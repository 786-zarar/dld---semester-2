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431" r:id="rId2"/>
    <p:sldId id="351" r:id="rId3"/>
    <p:sldId id="427" r:id="rId4"/>
    <p:sldId id="428" r:id="rId5"/>
    <p:sldId id="433" r:id="rId6"/>
    <p:sldId id="430" r:id="rId7"/>
    <p:sldId id="366" r:id="rId8"/>
    <p:sldId id="363" r:id="rId9"/>
    <p:sldId id="441" r:id="rId10"/>
    <p:sldId id="371" r:id="rId11"/>
    <p:sldId id="372" r:id="rId12"/>
    <p:sldId id="442" r:id="rId13"/>
    <p:sldId id="373" r:id="rId14"/>
    <p:sldId id="434" r:id="rId15"/>
    <p:sldId id="438" r:id="rId16"/>
    <p:sldId id="398" r:id="rId17"/>
    <p:sldId id="444" r:id="rId18"/>
    <p:sldId id="445" r:id="rId19"/>
    <p:sldId id="446" r:id="rId20"/>
    <p:sldId id="447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3" autoAdjust="0"/>
    <p:restoredTop sz="90929"/>
  </p:normalViewPr>
  <p:slideViewPr>
    <p:cSldViewPr>
      <p:cViewPr varScale="1">
        <p:scale>
          <a:sx n="79" d="100"/>
          <a:sy n="79" d="100"/>
        </p:scale>
        <p:origin x="15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CA437B09-9215-46B1-828D-9DD7EBB7EB32}"/>
    <pc:docChg chg="undo custSel addSld delSld modSld">
      <pc:chgData name="Syed Zulqadar Hassan" userId="bb151c9adcbd665f" providerId="LiveId" clId="{CA437B09-9215-46B1-828D-9DD7EBB7EB32}" dt="2025-05-27T19:29:33.917" v="77" actId="1076"/>
      <pc:docMkLst>
        <pc:docMk/>
      </pc:docMkLst>
      <pc:sldChg chg="del">
        <pc:chgData name="Syed Zulqadar Hassan" userId="bb151c9adcbd665f" providerId="LiveId" clId="{CA437B09-9215-46B1-828D-9DD7EBB7EB32}" dt="2025-05-25T19:41:39.716" v="4" actId="47"/>
        <pc:sldMkLst>
          <pc:docMk/>
          <pc:sldMk cId="0" sldId="364"/>
        </pc:sldMkLst>
      </pc:sldChg>
      <pc:sldChg chg="del">
        <pc:chgData name="Syed Zulqadar Hassan" userId="bb151c9adcbd665f" providerId="LiveId" clId="{CA437B09-9215-46B1-828D-9DD7EBB7EB32}" dt="2025-05-27T19:15:36.532" v="22" actId="2696"/>
        <pc:sldMkLst>
          <pc:docMk/>
          <pc:sldMk cId="0" sldId="365"/>
        </pc:sldMkLst>
      </pc:sldChg>
      <pc:sldChg chg="del">
        <pc:chgData name="Syed Zulqadar Hassan" userId="bb151c9adcbd665f" providerId="LiveId" clId="{CA437B09-9215-46B1-828D-9DD7EBB7EB32}" dt="2025-05-25T19:41:38.489" v="3" actId="47"/>
        <pc:sldMkLst>
          <pc:docMk/>
          <pc:sldMk cId="0" sldId="369"/>
        </pc:sldMkLst>
      </pc:sldChg>
      <pc:sldChg chg="del">
        <pc:chgData name="Syed Zulqadar Hassan" userId="bb151c9adcbd665f" providerId="LiveId" clId="{CA437B09-9215-46B1-828D-9DD7EBB7EB32}" dt="2025-05-25T19:41:38.489" v="3" actId="47"/>
        <pc:sldMkLst>
          <pc:docMk/>
          <pc:sldMk cId="0" sldId="370"/>
        </pc:sldMkLst>
      </pc:sldChg>
      <pc:sldChg chg="addSp delSp modSp mod">
        <pc:chgData name="Syed Zulqadar Hassan" userId="bb151c9adcbd665f" providerId="LiveId" clId="{CA437B09-9215-46B1-828D-9DD7EBB7EB32}" dt="2025-05-27T19:22:33.613" v="58" actId="1076"/>
        <pc:sldMkLst>
          <pc:docMk/>
          <pc:sldMk cId="0" sldId="373"/>
        </pc:sldMkLst>
        <pc:spChg chg="del">
          <ac:chgData name="Syed Zulqadar Hassan" userId="bb151c9adcbd665f" providerId="LiveId" clId="{CA437B09-9215-46B1-828D-9DD7EBB7EB32}" dt="2025-05-27T19:22:28.478" v="53" actId="478"/>
          <ac:spMkLst>
            <pc:docMk/>
            <pc:sldMk cId="0" sldId="373"/>
            <ac:spMk id="143362" creationId="{00000000-0000-0000-0000-000000000000}"/>
          </ac:spMkLst>
        </pc:spChg>
        <pc:spChg chg="del mod">
          <ac:chgData name="Syed Zulqadar Hassan" userId="bb151c9adcbd665f" providerId="LiveId" clId="{CA437B09-9215-46B1-828D-9DD7EBB7EB32}" dt="2025-05-27T19:22:29.954" v="55" actId="478"/>
          <ac:spMkLst>
            <pc:docMk/>
            <pc:sldMk cId="0" sldId="373"/>
            <ac:spMk id="143364" creationId="{00000000-0000-0000-0000-000000000000}"/>
          </ac:spMkLst>
        </pc:spChg>
        <pc:picChg chg="add mod">
          <ac:chgData name="Syed Zulqadar Hassan" userId="bb151c9adcbd665f" providerId="LiveId" clId="{CA437B09-9215-46B1-828D-9DD7EBB7EB32}" dt="2025-05-27T19:22:33.613" v="58" actId="1076"/>
          <ac:picMkLst>
            <pc:docMk/>
            <pc:sldMk cId="0" sldId="373"/>
            <ac:picMk id="3" creationId="{63105667-F213-00F1-D7D8-C756EAD231A9}"/>
          </ac:picMkLst>
        </pc:picChg>
        <pc:picChg chg="mod modCrop">
          <ac:chgData name="Syed Zulqadar Hassan" userId="bb151c9adcbd665f" providerId="LiveId" clId="{CA437B09-9215-46B1-828D-9DD7EBB7EB32}" dt="2025-05-27T19:22:31.759" v="56" actId="1076"/>
          <ac:picMkLst>
            <pc:docMk/>
            <pc:sldMk cId="0" sldId="373"/>
            <ac:picMk id="49153" creationId="{00000000-0000-0000-0000-000000000000}"/>
          </ac:picMkLst>
        </pc:picChg>
        <pc:picChg chg="del">
          <ac:chgData name="Syed Zulqadar Hassan" userId="bb151c9adcbd665f" providerId="LiveId" clId="{CA437B09-9215-46B1-828D-9DD7EBB7EB32}" dt="2025-05-27T19:22:27.676" v="52" actId="478"/>
          <ac:picMkLst>
            <pc:docMk/>
            <pc:sldMk cId="0" sldId="373"/>
            <ac:picMk id="143363" creationId="{00000000-0000-0000-0000-000000000000}"/>
          </ac:picMkLst>
        </pc:picChg>
        <pc:picChg chg="del">
          <ac:chgData name="Syed Zulqadar Hassan" userId="bb151c9adcbd665f" providerId="LiveId" clId="{CA437B09-9215-46B1-828D-9DD7EBB7EB32}" dt="2025-05-27T19:22:22.762" v="50" actId="478"/>
          <ac:picMkLst>
            <pc:docMk/>
            <pc:sldMk cId="0" sldId="373"/>
            <ac:picMk id="143365" creationId="{00000000-0000-0000-0000-000000000000}"/>
          </ac:picMkLst>
        </pc:picChg>
      </pc:sldChg>
      <pc:sldChg chg="del">
        <pc:chgData name="Syed Zulqadar Hassan" userId="bb151c9adcbd665f" providerId="LiveId" clId="{CA437B09-9215-46B1-828D-9DD7EBB7EB32}" dt="2025-05-25T19:41:38.489" v="3" actId="47"/>
        <pc:sldMkLst>
          <pc:docMk/>
          <pc:sldMk cId="0" sldId="429"/>
        </pc:sldMkLst>
      </pc:sldChg>
      <pc:sldChg chg="modSp mod">
        <pc:chgData name="Syed Zulqadar Hassan" userId="bb151c9adcbd665f" providerId="LiveId" clId="{CA437B09-9215-46B1-828D-9DD7EBB7EB32}" dt="2025-05-27T19:10:59.112" v="21" actId="20577"/>
        <pc:sldMkLst>
          <pc:docMk/>
          <pc:sldMk cId="0" sldId="431"/>
        </pc:sldMkLst>
        <pc:spChg chg="mod">
          <ac:chgData name="Syed Zulqadar Hassan" userId="bb151c9adcbd665f" providerId="LiveId" clId="{CA437B09-9215-46B1-828D-9DD7EBB7EB32}" dt="2025-05-27T19:10:59.112" v="21" actId="20577"/>
          <ac:spMkLst>
            <pc:docMk/>
            <pc:sldMk cId="0" sldId="431"/>
            <ac:spMk id="2" creationId="{00000000-0000-0000-0000-000000000000}"/>
          </ac:spMkLst>
        </pc:spChg>
      </pc:sldChg>
      <pc:sldChg chg="modSp mod">
        <pc:chgData name="Syed Zulqadar Hassan" userId="bb151c9adcbd665f" providerId="LiveId" clId="{CA437B09-9215-46B1-828D-9DD7EBB7EB32}" dt="2025-05-25T19:40:24.053" v="2" actId="14100"/>
        <pc:sldMkLst>
          <pc:docMk/>
          <pc:sldMk cId="0" sldId="433"/>
        </pc:sldMkLst>
        <pc:spChg chg="mod">
          <ac:chgData name="Syed Zulqadar Hassan" userId="bb151c9adcbd665f" providerId="LiveId" clId="{CA437B09-9215-46B1-828D-9DD7EBB7EB32}" dt="2025-05-25T19:40:24.053" v="2" actId="14100"/>
          <ac:spMkLst>
            <pc:docMk/>
            <pc:sldMk cId="0" sldId="433"/>
            <ac:spMk id="4" creationId="{00000000-0000-0000-0000-000000000000}"/>
          </ac:spMkLst>
        </pc:spChg>
      </pc:sldChg>
      <pc:sldChg chg="addSp modSp mod">
        <pc:chgData name="Syed Zulqadar Hassan" userId="bb151c9adcbd665f" providerId="LiveId" clId="{CA437B09-9215-46B1-828D-9DD7EBB7EB32}" dt="2025-05-27T19:24:18.588" v="67" actId="14100"/>
        <pc:sldMkLst>
          <pc:docMk/>
          <pc:sldMk cId="0" sldId="434"/>
        </pc:sldMkLst>
        <pc:picChg chg="add mod">
          <ac:chgData name="Syed Zulqadar Hassan" userId="bb151c9adcbd665f" providerId="LiveId" clId="{CA437B09-9215-46B1-828D-9DD7EBB7EB32}" dt="2025-05-27T19:24:18.588" v="67" actId="14100"/>
          <ac:picMkLst>
            <pc:docMk/>
            <pc:sldMk cId="0" sldId="434"/>
            <ac:picMk id="4" creationId="{CAC71552-1939-071A-CF22-87E1739F78EE}"/>
          </ac:picMkLst>
        </pc:picChg>
        <pc:picChg chg="mod">
          <ac:chgData name="Syed Zulqadar Hassan" userId="bb151c9adcbd665f" providerId="LiveId" clId="{CA437B09-9215-46B1-828D-9DD7EBB7EB32}" dt="2025-05-27T19:24:15.463" v="66" actId="1076"/>
          <ac:picMkLst>
            <pc:docMk/>
            <pc:sldMk cId="0" sldId="434"/>
            <ac:picMk id="73730" creationId="{00000000-0000-0000-0000-000000000000}"/>
          </ac:picMkLst>
        </pc:picChg>
      </pc:sldChg>
      <pc:sldChg chg="modSp mod">
        <pc:chgData name="Syed Zulqadar Hassan" userId="bb151c9adcbd665f" providerId="LiveId" clId="{CA437B09-9215-46B1-828D-9DD7EBB7EB32}" dt="2025-05-27T19:29:33.917" v="77" actId="1076"/>
        <pc:sldMkLst>
          <pc:docMk/>
          <pc:sldMk cId="0" sldId="435"/>
        </pc:sldMkLst>
        <pc:picChg chg="mod">
          <ac:chgData name="Syed Zulqadar Hassan" userId="bb151c9adcbd665f" providerId="LiveId" clId="{CA437B09-9215-46B1-828D-9DD7EBB7EB32}" dt="2025-05-27T19:29:33.917" v="77" actId="1076"/>
          <ac:picMkLst>
            <pc:docMk/>
            <pc:sldMk cId="0" sldId="435"/>
            <ac:picMk id="73730" creationId="{00000000-0000-0000-0000-000000000000}"/>
          </ac:picMkLst>
        </pc:picChg>
      </pc:sldChg>
      <pc:sldChg chg="addSp delSp modSp mod">
        <pc:chgData name="Syed Zulqadar Hassan" userId="bb151c9adcbd665f" providerId="LiveId" clId="{CA437B09-9215-46B1-828D-9DD7EBB7EB32}" dt="2025-05-27T19:27:20.657" v="76" actId="1076"/>
        <pc:sldMkLst>
          <pc:docMk/>
          <pc:sldMk cId="0" sldId="438"/>
        </pc:sldMkLst>
        <pc:picChg chg="add mod">
          <ac:chgData name="Syed Zulqadar Hassan" userId="bb151c9adcbd665f" providerId="LiveId" clId="{CA437B09-9215-46B1-828D-9DD7EBB7EB32}" dt="2025-05-27T19:27:01.113" v="72" actId="14100"/>
          <ac:picMkLst>
            <pc:docMk/>
            <pc:sldMk cId="0" sldId="438"/>
            <ac:picMk id="4" creationId="{6A22CB8B-E741-F116-FE13-092552607E80}"/>
          </ac:picMkLst>
        </pc:picChg>
        <pc:picChg chg="add mod">
          <ac:chgData name="Syed Zulqadar Hassan" userId="bb151c9adcbd665f" providerId="LiveId" clId="{CA437B09-9215-46B1-828D-9DD7EBB7EB32}" dt="2025-05-27T19:27:20.657" v="76" actId="1076"/>
          <ac:picMkLst>
            <pc:docMk/>
            <pc:sldMk cId="0" sldId="438"/>
            <ac:picMk id="7" creationId="{FC1E940F-11B3-2B7F-BCA0-BD9BC6978F55}"/>
          </ac:picMkLst>
        </pc:picChg>
        <pc:picChg chg="del">
          <ac:chgData name="Syed Zulqadar Hassan" userId="bb151c9adcbd665f" providerId="LiveId" clId="{CA437B09-9215-46B1-828D-9DD7EBB7EB32}" dt="2025-05-27T19:26:55.563" v="69" actId="478"/>
          <ac:picMkLst>
            <pc:docMk/>
            <pc:sldMk cId="0" sldId="438"/>
            <ac:picMk id="76802" creationId="{00000000-0000-0000-0000-000000000000}"/>
          </ac:picMkLst>
        </pc:picChg>
        <pc:picChg chg="del">
          <ac:chgData name="Syed Zulqadar Hassan" userId="bb151c9adcbd665f" providerId="LiveId" clId="{CA437B09-9215-46B1-828D-9DD7EBB7EB32}" dt="2025-05-27T19:26:54.799" v="68" actId="478"/>
          <ac:picMkLst>
            <pc:docMk/>
            <pc:sldMk cId="0" sldId="438"/>
            <ac:picMk id="76803" creationId="{00000000-0000-0000-0000-000000000000}"/>
          </ac:picMkLst>
        </pc:picChg>
      </pc:sldChg>
      <pc:sldChg chg="addSp delSp modSp add mod">
        <pc:chgData name="Syed Zulqadar Hassan" userId="bb151c9adcbd665f" providerId="LiveId" clId="{CA437B09-9215-46B1-828D-9DD7EBB7EB32}" dt="2025-05-27T19:18:56.871" v="33" actId="1076"/>
        <pc:sldMkLst>
          <pc:docMk/>
          <pc:sldMk cId="3737182049" sldId="441"/>
        </pc:sldMkLst>
        <pc:spChg chg="del mod">
          <ac:chgData name="Syed Zulqadar Hassan" userId="bb151c9adcbd665f" providerId="LiveId" clId="{CA437B09-9215-46B1-828D-9DD7EBB7EB32}" dt="2025-05-27T19:18:32.153" v="25" actId="478"/>
          <ac:spMkLst>
            <pc:docMk/>
            <pc:sldMk cId="3737182049" sldId="441"/>
            <ac:spMk id="10244" creationId="{00000000-0000-0000-0000-000000000000}"/>
          </ac:spMkLst>
        </pc:spChg>
        <pc:picChg chg="add mod">
          <ac:chgData name="Syed Zulqadar Hassan" userId="bb151c9adcbd665f" providerId="LiveId" clId="{CA437B09-9215-46B1-828D-9DD7EBB7EB32}" dt="2025-05-27T19:18:56.871" v="33" actId="1076"/>
          <ac:picMkLst>
            <pc:docMk/>
            <pc:sldMk cId="3737182049" sldId="441"/>
            <ac:picMk id="3" creationId="{1594C4C1-2015-4D3E-05F7-F6C7010BBCCE}"/>
          </ac:picMkLst>
        </pc:picChg>
        <pc:picChg chg="del">
          <ac:chgData name="Syed Zulqadar Hassan" userId="bb151c9adcbd665f" providerId="LiveId" clId="{CA437B09-9215-46B1-828D-9DD7EBB7EB32}" dt="2025-05-27T19:18:32.781" v="26" actId="478"/>
          <ac:picMkLst>
            <pc:docMk/>
            <pc:sldMk cId="3737182049" sldId="441"/>
            <ac:picMk id="10245" creationId="{00000000-0000-0000-0000-000000000000}"/>
          </ac:picMkLst>
        </pc:picChg>
        <pc:picChg chg="del">
          <ac:chgData name="Syed Zulqadar Hassan" userId="bb151c9adcbd665f" providerId="LiveId" clId="{CA437B09-9215-46B1-828D-9DD7EBB7EB32}" dt="2025-05-27T19:18:33.299" v="27" actId="478"/>
          <ac:picMkLst>
            <pc:docMk/>
            <pc:sldMk cId="3737182049" sldId="441"/>
            <ac:picMk id="10246" creationId="{00000000-0000-0000-0000-000000000000}"/>
          </ac:picMkLst>
        </pc:picChg>
      </pc:sldChg>
      <pc:sldChg chg="addSp delSp modSp add mod">
        <pc:chgData name="Syed Zulqadar Hassan" userId="bb151c9adcbd665f" providerId="LiveId" clId="{CA437B09-9215-46B1-828D-9DD7EBB7EB32}" dt="2025-05-27T19:21:31.876" v="48" actId="14100"/>
        <pc:sldMkLst>
          <pc:docMk/>
          <pc:sldMk cId="2884478529" sldId="442"/>
        </pc:sldMkLst>
        <pc:spChg chg="del mod">
          <ac:chgData name="Syed Zulqadar Hassan" userId="bb151c9adcbd665f" providerId="LiveId" clId="{CA437B09-9215-46B1-828D-9DD7EBB7EB32}" dt="2025-05-27T19:19:29.256" v="38" actId="478"/>
          <ac:spMkLst>
            <pc:docMk/>
            <pc:sldMk cId="2884478529" sldId="442"/>
            <ac:spMk id="142340" creationId="{00000000-0000-0000-0000-000000000000}"/>
          </ac:spMkLst>
        </pc:spChg>
        <pc:picChg chg="add mod">
          <ac:chgData name="Syed Zulqadar Hassan" userId="bb151c9adcbd665f" providerId="LiveId" clId="{CA437B09-9215-46B1-828D-9DD7EBB7EB32}" dt="2025-05-27T19:21:31.876" v="48" actId="14100"/>
          <ac:picMkLst>
            <pc:docMk/>
            <pc:sldMk cId="2884478529" sldId="442"/>
            <ac:picMk id="3" creationId="{34B416CA-502E-0CA9-E500-301D153C3526}"/>
          </ac:picMkLst>
        </pc:picChg>
        <pc:picChg chg="add mod">
          <ac:chgData name="Syed Zulqadar Hassan" userId="bb151c9adcbd665f" providerId="LiveId" clId="{CA437B09-9215-46B1-828D-9DD7EBB7EB32}" dt="2025-05-27T19:21:27.132" v="46" actId="1076"/>
          <ac:picMkLst>
            <pc:docMk/>
            <pc:sldMk cId="2884478529" sldId="442"/>
            <ac:picMk id="6" creationId="{1C7BFF66-4179-6065-8931-8C08FE322683}"/>
          </ac:picMkLst>
        </pc:picChg>
        <pc:picChg chg="del">
          <ac:chgData name="Syed Zulqadar Hassan" userId="bb151c9adcbd665f" providerId="LiveId" clId="{CA437B09-9215-46B1-828D-9DD7EBB7EB32}" dt="2025-05-27T19:19:25.188" v="35" actId="478"/>
          <ac:picMkLst>
            <pc:docMk/>
            <pc:sldMk cId="2884478529" sldId="442"/>
            <ac:picMk id="50177" creationId="{00000000-0000-0000-0000-000000000000}"/>
          </ac:picMkLst>
        </pc:picChg>
        <pc:picChg chg="del">
          <ac:chgData name="Syed Zulqadar Hassan" userId="bb151c9adcbd665f" providerId="LiveId" clId="{CA437B09-9215-46B1-828D-9DD7EBB7EB32}" dt="2025-05-27T19:19:27.748" v="36" actId="478"/>
          <ac:picMkLst>
            <pc:docMk/>
            <pc:sldMk cId="2884478529" sldId="442"/>
            <ac:picMk id="142339" creationId="{00000000-0000-0000-0000-000000000000}"/>
          </ac:picMkLst>
        </pc:picChg>
      </pc:sldChg>
    </pc:docChg>
  </pc:docChgLst>
  <pc:docChgLst>
    <pc:chgData name="Syed Zulqadar Hassan" userId="bb151c9adcbd665f" providerId="LiveId" clId="{DBC91A0A-EA48-4988-A3A3-0056F0814271}"/>
    <pc:docChg chg="custSel addSld delSld modSld">
      <pc:chgData name="Syed Zulqadar Hassan" userId="bb151c9adcbd665f" providerId="LiveId" clId="{DBC91A0A-EA48-4988-A3A3-0056F0814271}" dt="2025-06-13T08:35:56.039" v="71" actId="1076"/>
      <pc:docMkLst>
        <pc:docMk/>
      </pc:docMkLst>
      <pc:sldChg chg="del">
        <pc:chgData name="Syed Zulqadar Hassan" userId="bb151c9adcbd665f" providerId="LiveId" clId="{DBC91A0A-EA48-4988-A3A3-0056F0814271}" dt="2025-06-13T08:31:50.418" v="59" actId="47"/>
        <pc:sldMkLst>
          <pc:docMk/>
          <pc:sldMk cId="0" sldId="408"/>
        </pc:sldMkLst>
      </pc:sldChg>
      <pc:sldChg chg="del">
        <pc:chgData name="Syed Zulqadar Hassan" userId="bb151c9adcbd665f" providerId="LiveId" clId="{DBC91A0A-EA48-4988-A3A3-0056F0814271}" dt="2025-06-13T08:31:50.418" v="59" actId="47"/>
        <pc:sldMkLst>
          <pc:docMk/>
          <pc:sldMk cId="0" sldId="412"/>
        </pc:sldMkLst>
      </pc:sldChg>
      <pc:sldChg chg="addSp modSp del mod">
        <pc:chgData name="Syed Zulqadar Hassan" userId="bb151c9adcbd665f" providerId="LiveId" clId="{DBC91A0A-EA48-4988-A3A3-0056F0814271}" dt="2025-06-13T08:31:33.003" v="58" actId="47"/>
        <pc:sldMkLst>
          <pc:docMk/>
          <pc:sldMk cId="0" sldId="435"/>
        </pc:sldMkLst>
        <pc:picChg chg="add mod">
          <ac:chgData name="Syed Zulqadar Hassan" userId="bb151c9adcbd665f" providerId="LiveId" clId="{DBC91A0A-EA48-4988-A3A3-0056F0814271}" dt="2025-06-13T07:32:59.732" v="4" actId="14100"/>
          <ac:picMkLst>
            <pc:docMk/>
            <pc:sldMk cId="0" sldId="435"/>
            <ac:picMk id="4" creationId="{844C6FB1-2314-BEB4-1DCB-8C9B4EAF42D1}"/>
          </ac:picMkLst>
        </pc:picChg>
      </pc:sldChg>
      <pc:sldChg chg="addSp delSp modSp del mod">
        <pc:chgData name="Syed Zulqadar Hassan" userId="bb151c9adcbd665f" providerId="LiveId" clId="{DBC91A0A-EA48-4988-A3A3-0056F0814271}" dt="2025-06-13T08:31:33.003" v="58" actId="47"/>
        <pc:sldMkLst>
          <pc:docMk/>
          <pc:sldMk cId="0" sldId="436"/>
        </pc:sldMkLst>
        <pc:spChg chg="add mod">
          <ac:chgData name="Syed Zulqadar Hassan" userId="bb151c9adcbd665f" providerId="LiveId" clId="{DBC91A0A-EA48-4988-A3A3-0056F0814271}" dt="2025-06-13T07:33:28.937" v="9" actId="403"/>
          <ac:spMkLst>
            <pc:docMk/>
            <pc:sldMk cId="0" sldId="436"/>
            <ac:spMk id="5" creationId="{32363B62-0E5B-5620-11D2-F5BD065CAFCF}"/>
          </ac:spMkLst>
        </pc:spChg>
        <pc:picChg chg="add mod">
          <ac:chgData name="Syed Zulqadar Hassan" userId="bb151c9adcbd665f" providerId="LiveId" clId="{DBC91A0A-EA48-4988-A3A3-0056F0814271}" dt="2025-06-13T07:33:45.493" v="13" actId="1076"/>
          <ac:picMkLst>
            <pc:docMk/>
            <pc:sldMk cId="0" sldId="436"/>
            <ac:picMk id="6" creationId="{E48298C9-E0B3-7397-342C-94A3E0C7F7D3}"/>
          </ac:picMkLst>
        </pc:picChg>
        <pc:picChg chg="del">
          <ac:chgData name="Syed Zulqadar Hassan" userId="bb151c9adcbd665f" providerId="LiveId" clId="{DBC91A0A-EA48-4988-A3A3-0056F0814271}" dt="2025-06-13T07:33:15.252" v="5" actId="478"/>
          <ac:picMkLst>
            <pc:docMk/>
            <pc:sldMk cId="0" sldId="436"/>
            <ac:picMk id="74754" creationId="{00000000-0000-0000-0000-000000000000}"/>
          </ac:picMkLst>
        </pc:picChg>
      </pc:sldChg>
      <pc:sldChg chg="del">
        <pc:chgData name="Syed Zulqadar Hassan" userId="bb151c9adcbd665f" providerId="LiveId" clId="{DBC91A0A-EA48-4988-A3A3-0056F0814271}" dt="2025-06-13T07:35:26.392" v="25" actId="2696"/>
        <pc:sldMkLst>
          <pc:docMk/>
          <pc:sldMk cId="0" sldId="437"/>
        </pc:sldMkLst>
      </pc:sldChg>
      <pc:sldChg chg="del">
        <pc:chgData name="Syed Zulqadar Hassan" userId="bb151c9adcbd665f" providerId="LiveId" clId="{DBC91A0A-EA48-4988-A3A3-0056F0814271}" dt="2025-06-13T08:31:50.418" v="59" actId="47"/>
        <pc:sldMkLst>
          <pc:docMk/>
          <pc:sldMk cId="0" sldId="439"/>
        </pc:sldMkLst>
      </pc:sldChg>
      <pc:sldChg chg="del">
        <pc:chgData name="Syed Zulqadar Hassan" userId="bb151c9adcbd665f" providerId="LiveId" clId="{DBC91A0A-EA48-4988-A3A3-0056F0814271}" dt="2025-06-13T08:31:50.418" v="59" actId="47"/>
        <pc:sldMkLst>
          <pc:docMk/>
          <pc:sldMk cId="0" sldId="440"/>
        </pc:sldMkLst>
      </pc:sldChg>
      <pc:sldChg chg="addSp delSp modSp add del mod">
        <pc:chgData name="Syed Zulqadar Hassan" userId="bb151c9adcbd665f" providerId="LiveId" clId="{DBC91A0A-EA48-4988-A3A3-0056F0814271}" dt="2025-06-13T08:31:33.003" v="58" actId="47"/>
        <pc:sldMkLst>
          <pc:docMk/>
          <pc:sldMk cId="798909664" sldId="443"/>
        </pc:sldMkLst>
        <pc:spChg chg="mod">
          <ac:chgData name="Syed Zulqadar Hassan" userId="bb151c9adcbd665f" providerId="LiveId" clId="{DBC91A0A-EA48-4988-A3A3-0056F0814271}" dt="2025-06-13T07:34:38.859" v="19"/>
          <ac:spMkLst>
            <pc:docMk/>
            <pc:sldMk cId="798909664" sldId="443"/>
            <ac:spMk id="5" creationId="{32363B62-0E5B-5620-11D2-F5BD065CAFCF}"/>
          </ac:spMkLst>
        </pc:spChg>
        <pc:picChg chg="add mod ord">
          <ac:chgData name="Syed Zulqadar Hassan" userId="bb151c9adcbd665f" providerId="LiveId" clId="{DBC91A0A-EA48-4988-A3A3-0056F0814271}" dt="2025-06-13T07:35:10.467" v="23" actId="170"/>
          <ac:picMkLst>
            <pc:docMk/>
            <pc:sldMk cId="798909664" sldId="443"/>
            <ac:picMk id="4" creationId="{5DA80347-B76D-02BE-E15A-DB377523CDE4}"/>
          </ac:picMkLst>
        </pc:picChg>
        <pc:picChg chg="del">
          <ac:chgData name="Syed Zulqadar Hassan" userId="bb151c9adcbd665f" providerId="LiveId" clId="{DBC91A0A-EA48-4988-A3A3-0056F0814271}" dt="2025-06-13T07:33:50.582" v="15" actId="478"/>
          <ac:picMkLst>
            <pc:docMk/>
            <pc:sldMk cId="798909664" sldId="443"/>
            <ac:picMk id="6" creationId="{E48298C9-E0B3-7397-342C-94A3E0C7F7D3}"/>
          </ac:picMkLst>
        </pc:picChg>
        <pc:picChg chg="add mod">
          <ac:chgData name="Syed Zulqadar Hassan" userId="bb151c9adcbd665f" providerId="LiveId" clId="{DBC91A0A-EA48-4988-A3A3-0056F0814271}" dt="2025-06-13T07:35:14.345" v="24" actId="1076"/>
          <ac:picMkLst>
            <pc:docMk/>
            <pc:sldMk cId="798909664" sldId="443"/>
            <ac:picMk id="8" creationId="{6D75BFA4-A126-68C4-C26D-59FA1B01824C}"/>
          </ac:picMkLst>
        </pc:picChg>
      </pc:sldChg>
      <pc:sldChg chg="addSp delSp modSp add mod delAnim">
        <pc:chgData name="Syed Zulqadar Hassan" userId="bb151c9adcbd665f" providerId="LiveId" clId="{DBC91A0A-EA48-4988-A3A3-0056F0814271}" dt="2025-06-13T08:01:52.172" v="57"/>
        <pc:sldMkLst>
          <pc:docMk/>
          <pc:sldMk cId="684780322" sldId="444"/>
        </pc:sldMkLst>
        <pc:spChg chg="mod">
          <ac:chgData name="Syed Zulqadar Hassan" userId="bb151c9adcbd665f" providerId="LiveId" clId="{DBC91A0A-EA48-4988-A3A3-0056F0814271}" dt="2025-06-13T08:01:52.172" v="57"/>
          <ac:spMkLst>
            <pc:docMk/>
            <pc:sldMk cId="684780322" sldId="444"/>
            <ac:spMk id="210946" creationId="{00000000-0000-0000-0000-000000000000}"/>
          </ac:spMkLst>
        </pc:spChg>
        <pc:spChg chg="del">
          <ac:chgData name="Syed Zulqadar Hassan" userId="bb151c9adcbd665f" providerId="LiveId" clId="{DBC91A0A-EA48-4988-A3A3-0056F0814271}" dt="2025-06-13T07:58:43.534" v="33" actId="478"/>
          <ac:spMkLst>
            <pc:docMk/>
            <pc:sldMk cId="684780322" sldId="444"/>
            <ac:spMk id="210947" creationId="{00000000-0000-0000-0000-000000000000}"/>
          </ac:spMkLst>
        </pc:spChg>
        <pc:picChg chg="add mod">
          <ac:chgData name="Syed Zulqadar Hassan" userId="bb151c9adcbd665f" providerId="LiveId" clId="{DBC91A0A-EA48-4988-A3A3-0056F0814271}" dt="2025-06-13T07:59:03.762" v="38" actId="1367"/>
          <ac:picMkLst>
            <pc:docMk/>
            <pc:sldMk cId="684780322" sldId="444"/>
            <ac:picMk id="3" creationId="{538E2587-9E4C-7ED6-F7D6-1E7240597C2D}"/>
          </ac:picMkLst>
        </pc:picChg>
        <pc:picChg chg="del">
          <ac:chgData name="Syed Zulqadar Hassan" userId="bb151c9adcbd665f" providerId="LiveId" clId="{DBC91A0A-EA48-4988-A3A3-0056F0814271}" dt="2025-06-13T07:58:39.185" v="27" actId="478"/>
          <ac:picMkLst>
            <pc:docMk/>
            <pc:sldMk cId="684780322" sldId="444"/>
            <ac:picMk id="210948" creationId="{00000000-0000-0000-0000-000000000000}"/>
          </ac:picMkLst>
        </pc:picChg>
        <pc:picChg chg="del">
          <ac:chgData name="Syed Zulqadar Hassan" userId="bb151c9adcbd665f" providerId="LiveId" clId="{DBC91A0A-EA48-4988-A3A3-0056F0814271}" dt="2025-06-13T07:58:40.722" v="28" actId="478"/>
          <ac:picMkLst>
            <pc:docMk/>
            <pc:sldMk cId="684780322" sldId="444"/>
            <ac:picMk id="210949" creationId="{00000000-0000-0000-0000-000000000000}"/>
          </ac:picMkLst>
        </pc:picChg>
        <pc:picChg chg="del">
          <ac:chgData name="Syed Zulqadar Hassan" userId="bb151c9adcbd665f" providerId="LiveId" clId="{DBC91A0A-EA48-4988-A3A3-0056F0814271}" dt="2025-06-13T07:58:41.526" v="30" actId="478"/>
          <ac:picMkLst>
            <pc:docMk/>
            <pc:sldMk cId="684780322" sldId="444"/>
            <ac:picMk id="210950" creationId="{00000000-0000-0000-0000-000000000000}"/>
          </ac:picMkLst>
        </pc:picChg>
        <pc:picChg chg="del">
          <ac:chgData name="Syed Zulqadar Hassan" userId="bb151c9adcbd665f" providerId="LiveId" clId="{DBC91A0A-EA48-4988-A3A3-0056F0814271}" dt="2025-06-13T07:58:41.145" v="29" actId="478"/>
          <ac:picMkLst>
            <pc:docMk/>
            <pc:sldMk cId="684780322" sldId="444"/>
            <ac:picMk id="210951" creationId="{00000000-0000-0000-0000-000000000000}"/>
          </ac:picMkLst>
        </pc:picChg>
        <pc:picChg chg="del">
          <ac:chgData name="Syed Zulqadar Hassan" userId="bb151c9adcbd665f" providerId="LiveId" clId="{DBC91A0A-EA48-4988-A3A3-0056F0814271}" dt="2025-06-13T07:58:42.113" v="31" actId="478"/>
          <ac:picMkLst>
            <pc:docMk/>
            <pc:sldMk cId="684780322" sldId="444"/>
            <ac:picMk id="210952" creationId="{00000000-0000-0000-0000-000000000000}"/>
          </ac:picMkLst>
        </pc:picChg>
        <pc:picChg chg="del">
          <ac:chgData name="Syed Zulqadar Hassan" userId="bb151c9adcbd665f" providerId="LiveId" clId="{DBC91A0A-EA48-4988-A3A3-0056F0814271}" dt="2025-06-13T07:58:42.640" v="32" actId="478"/>
          <ac:picMkLst>
            <pc:docMk/>
            <pc:sldMk cId="684780322" sldId="444"/>
            <ac:picMk id="210953" creationId="{00000000-0000-0000-0000-000000000000}"/>
          </ac:picMkLst>
        </pc:picChg>
      </pc:sldChg>
      <pc:sldChg chg="addSp delSp modSp add mod">
        <pc:chgData name="Syed Zulqadar Hassan" userId="bb151c9adcbd665f" providerId="LiveId" clId="{DBC91A0A-EA48-4988-A3A3-0056F0814271}" dt="2025-06-13T08:00:24.947" v="47" actId="1367"/>
        <pc:sldMkLst>
          <pc:docMk/>
          <pc:sldMk cId="3200303092" sldId="445"/>
        </pc:sldMkLst>
        <pc:picChg chg="del">
          <ac:chgData name="Syed Zulqadar Hassan" userId="bb151c9adcbd665f" providerId="LiveId" clId="{DBC91A0A-EA48-4988-A3A3-0056F0814271}" dt="2025-06-13T07:59:43.597" v="40" actId="478"/>
          <ac:picMkLst>
            <pc:docMk/>
            <pc:sldMk cId="3200303092" sldId="445"/>
            <ac:picMk id="3" creationId="{538E2587-9E4C-7ED6-F7D6-1E7240597C2D}"/>
          </ac:picMkLst>
        </pc:picChg>
        <pc:picChg chg="add mod">
          <ac:chgData name="Syed Zulqadar Hassan" userId="bb151c9adcbd665f" providerId="LiveId" clId="{DBC91A0A-EA48-4988-A3A3-0056F0814271}" dt="2025-06-13T07:59:50.275" v="44" actId="1367"/>
          <ac:picMkLst>
            <pc:docMk/>
            <pc:sldMk cId="3200303092" sldId="445"/>
            <ac:picMk id="4" creationId="{CB9BFE79-7190-E0A5-CE49-BE262FA48903}"/>
          </ac:picMkLst>
        </pc:picChg>
        <pc:picChg chg="add mod">
          <ac:chgData name="Syed Zulqadar Hassan" userId="bb151c9adcbd665f" providerId="LiveId" clId="{DBC91A0A-EA48-4988-A3A3-0056F0814271}" dt="2025-06-13T08:00:24.947" v="47" actId="1367"/>
          <ac:picMkLst>
            <pc:docMk/>
            <pc:sldMk cId="3200303092" sldId="445"/>
            <ac:picMk id="6" creationId="{0232DD22-6A0B-4FAA-BDD5-8D77A61CD02E}"/>
          </ac:picMkLst>
        </pc:picChg>
      </pc:sldChg>
      <pc:sldChg chg="addSp delSp modSp add mod">
        <pc:chgData name="Syed Zulqadar Hassan" userId="bb151c9adcbd665f" providerId="LiveId" clId="{DBC91A0A-EA48-4988-A3A3-0056F0814271}" dt="2025-06-13T08:01:27.652" v="56"/>
        <pc:sldMkLst>
          <pc:docMk/>
          <pc:sldMk cId="3873629775" sldId="446"/>
        </pc:sldMkLst>
        <pc:picChg chg="add mod">
          <ac:chgData name="Syed Zulqadar Hassan" userId="bb151c9adcbd665f" providerId="LiveId" clId="{DBC91A0A-EA48-4988-A3A3-0056F0814271}" dt="2025-06-13T08:01:27.652" v="56"/>
          <ac:picMkLst>
            <pc:docMk/>
            <pc:sldMk cId="3873629775" sldId="446"/>
            <ac:picMk id="3" creationId="{EE823CD1-1843-D5CA-CACA-598251B0402D}"/>
          </ac:picMkLst>
        </pc:picChg>
        <pc:picChg chg="del">
          <ac:chgData name="Syed Zulqadar Hassan" userId="bb151c9adcbd665f" providerId="LiveId" clId="{DBC91A0A-EA48-4988-A3A3-0056F0814271}" dt="2025-06-13T08:00:29.601" v="49" actId="478"/>
          <ac:picMkLst>
            <pc:docMk/>
            <pc:sldMk cId="3873629775" sldId="446"/>
            <ac:picMk id="4" creationId="{CB9BFE79-7190-E0A5-CE49-BE262FA48903}"/>
          </ac:picMkLst>
        </pc:picChg>
        <pc:picChg chg="del">
          <ac:chgData name="Syed Zulqadar Hassan" userId="bb151c9adcbd665f" providerId="LiveId" clId="{DBC91A0A-EA48-4988-A3A3-0056F0814271}" dt="2025-06-13T08:00:30.219" v="50" actId="478"/>
          <ac:picMkLst>
            <pc:docMk/>
            <pc:sldMk cId="3873629775" sldId="446"/>
            <ac:picMk id="6" creationId="{0232DD22-6A0B-4FAA-BDD5-8D77A61CD02E}"/>
          </ac:picMkLst>
        </pc:picChg>
      </pc:sldChg>
      <pc:sldChg chg="delSp modSp add mod">
        <pc:chgData name="Syed Zulqadar Hassan" userId="bb151c9adcbd665f" providerId="LiveId" clId="{DBC91A0A-EA48-4988-A3A3-0056F0814271}" dt="2025-06-13T08:35:56.039" v="71" actId="1076"/>
        <pc:sldMkLst>
          <pc:docMk/>
          <pc:sldMk cId="4074039003" sldId="447"/>
        </pc:sldMkLst>
        <pc:spChg chg="mod">
          <ac:chgData name="Syed Zulqadar Hassan" userId="bb151c9adcbd665f" providerId="LiveId" clId="{DBC91A0A-EA48-4988-A3A3-0056F0814271}" dt="2025-06-13T08:35:56.039" v="71" actId="1076"/>
          <ac:spMkLst>
            <pc:docMk/>
            <pc:sldMk cId="4074039003" sldId="447"/>
            <ac:spMk id="210946" creationId="{00000000-0000-0000-0000-000000000000}"/>
          </ac:spMkLst>
        </pc:spChg>
        <pc:picChg chg="del">
          <ac:chgData name="Syed Zulqadar Hassan" userId="bb151c9adcbd665f" providerId="LiveId" clId="{DBC91A0A-EA48-4988-A3A3-0056F0814271}" dt="2025-06-13T08:35:46.966" v="61" actId="478"/>
          <ac:picMkLst>
            <pc:docMk/>
            <pc:sldMk cId="4074039003" sldId="447"/>
            <ac:picMk id="3" creationId="{EE823CD1-1843-D5CA-CACA-598251B0402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3353286B-B61A-4E56-8258-4872A5AA3A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572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D30032A3-7591-4E30-841D-B35896CE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210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F48BE-2BAF-456A-8E53-FF187FF31E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1B423-4377-43BE-88F6-FAF4BC0D07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410C5-EAE2-4176-AF7F-50901EBEF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E69E4-AE81-4259-AEA1-364A6EA630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5E682-3077-4B0B-8C7D-0C4B196CBC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174BA3-9E2A-42DC-863F-9732476593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06212-EC40-4E93-B5AE-01BE933B78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15356-780C-4479-AAA3-D580544549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A44DC-144C-4674-AD7E-C06005A7B6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DE228-B631-48A6-BA94-3C12CCD17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70198A-1BD0-4846-9A8B-B2E1DDCCE1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A8E4D8B-DEE8-4659-8955-6B84B0F52B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DLD Lecture 12</a:t>
            </a:r>
            <a:br>
              <a:rPr lang="en-US" dirty="0"/>
            </a:br>
            <a:r>
              <a:rPr lang="en-US" dirty="0"/>
              <a:t>Sequential Circuits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3F48BE-2BAF-456A-8E53-FF187FF31E2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40734D-0DD9-4EEB-931B-517DB899B1E0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07522" name="Text Box 2"/>
          <p:cNvSpPr txBox="1">
            <a:spLocks noChangeArrowheads="1"/>
          </p:cNvSpPr>
          <p:nvPr/>
        </p:nvSpPr>
        <p:spPr bwMode="auto">
          <a:xfrm>
            <a:off x="2709863" y="131763"/>
            <a:ext cx="3754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SEQUENTIAL CIRCUITS</a:t>
            </a:r>
          </a:p>
        </p:txBody>
      </p:sp>
      <p:graphicFrame>
        <p:nvGraphicFramePr>
          <p:cNvPr id="1026" name="Object 13"/>
          <p:cNvGraphicFramePr>
            <a:graphicFrameLocks noChangeAspect="1"/>
          </p:cNvGraphicFramePr>
          <p:nvPr/>
        </p:nvGraphicFramePr>
        <p:xfrm>
          <a:off x="1447800" y="1295400"/>
          <a:ext cx="6705600" cy="266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353797" imgH="2123810" progId="PBrush">
                  <p:embed/>
                </p:oleObj>
              </mc:Choice>
              <mc:Fallback>
                <p:oleObj name="Bitmap Image" r:id="rId2" imgW="5353797" imgH="2123810" progId="PBrush">
                  <p:embed/>
                  <p:pic>
                    <p:nvPicPr>
                      <p:cNvPr id="102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95400"/>
                        <a:ext cx="6705600" cy="266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14"/>
          <p:cNvSpPr txBox="1">
            <a:spLocks noChangeArrowheads="1"/>
          </p:cNvSpPr>
          <p:nvPr/>
        </p:nvSpPr>
        <p:spPr bwMode="auto">
          <a:xfrm>
            <a:off x="533400" y="4191000"/>
            <a:ext cx="8294688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buFontTx/>
              <a:buChar char="•"/>
            </a:pPr>
            <a:r>
              <a:rPr lang="en-US" sz="2400"/>
              <a:t> The output is a function of the </a:t>
            </a:r>
            <a:r>
              <a:rPr lang="en-US" sz="2400" i="1"/>
              <a:t>Inputs</a:t>
            </a:r>
            <a:r>
              <a:rPr lang="en-US" sz="2400"/>
              <a:t> and the </a:t>
            </a:r>
            <a:r>
              <a:rPr lang="en-US" sz="2400" i="1"/>
              <a:t>Present State</a:t>
            </a:r>
            <a:r>
              <a:rPr lang="en-US" sz="2400"/>
              <a:t> of</a:t>
            </a:r>
          </a:p>
          <a:p>
            <a:pPr algn="just"/>
            <a:r>
              <a:rPr lang="en-US" sz="2400"/>
              <a:t>	the circuit</a:t>
            </a:r>
          </a:p>
          <a:p>
            <a:pPr algn="just"/>
            <a:endParaRPr lang="en-US" sz="2400"/>
          </a:p>
          <a:p>
            <a:pPr algn="just">
              <a:buFontTx/>
              <a:buChar char="•"/>
            </a:pPr>
            <a:r>
              <a:rPr lang="en-US" sz="2400"/>
              <a:t> The </a:t>
            </a:r>
            <a:r>
              <a:rPr lang="en-US" sz="2400" i="1"/>
              <a:t>Present State</a:t>
            </a:r>
            <a:r>
              <a:rPr lang="en-US" sz="2400"/>
              <a:t> of the circuit changes to the </a:t>
            </a:r>
            <a:r>
              <a:rPr lang="en-US" sz="2400" i="1"/>
              <a:t>Next State</a:t>
            </a:r>
          </a:p>
          <a:p>
            <a:pPr algn="just"/>
            <a:r>
              <a:rPr lang="en-US" sz="2400"/>
              <a:t>	according to the </a:t>
            </a:r>
            <a:r>
              <a:rPr lang="en-US" sz="2400" i="1"/>
              <a:t>Inputs</a:t>
            </a:r>
            <a:r>
              <a:rPr lang="en-US" sz="2400"/>
              <a:t> and the </a:t>
            </a:r>
            <a:r>
              <a:rPr lang="en-US" sz="2400" i="1"/>
              <a:t>Present 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06212-EC40-4E93-B5AE-01BE933B78F1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39782"/>
            <a:ext cx="8153400" cy="5627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06212-EC40-4E93-B5AE-01BE933B78F1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81000"/>
            <a:ext cx="7724995" cy="560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884237"/>
            <a:ext cx="8229600" cy="2544763"/>
          </a:xfrm>
        </p:spPr>
        <p:txBody>
          <a:bodyPr/>
          <a:lstStyle/>
          <a:p>
            <a:r>
              <a:rPr lang="en-US" sz="2400" dirty="0"/>
              <a:t>Latch circuits are level-triggered, meaning their output changes as long as the control signal (or input) is active (e.g., high or low). </a:t>
            </a:r>
          </a:p>
          <a:p>
            <a:r>
              <a:rPr lang="en-US" sz="2400" dirty="0"/>
              <a:t>Flip-flops, on the other hand, are edge-triggered, changing their output only when the clock signal transitions from one state to another (e.g., rising or falling edge).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06212-EC40-4E93-B5AE-01BE933B78F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57600" y="228600"/>
            <a:ext cx="1470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Latches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06212-EC40-4E93-B5AE-01BE933B78F1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0149" y="614362"/>
            <a:ext cx="7874251" cy="525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F9E803-5EF7-473B-A8A6-A89FC1A4C1AC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9220" name="Text Box 1029"/>
          <p:cNvSpPr txBox="1">
            <a:spLocks noChangeArrowheads="1"/>
          </p:cNvSpPr>
          <p:nvPr/>
        </p:nvSpPr>
        <p:spPr bwMode="auto">
          <a:xfrm>
            <a:off x="685800" y="1017588"/>
            <a:ext cx="3790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</a:rPr>
              <a:t>SR Latch with Control Input</a:t>
            </a:r>
          </a:p>
        </p:txBody>
      </p:sp>
      <p:pic>
        <p:nvPicPr>
          <p:cNvPr id="9221" name="Picture 10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828800"/>
            <a:ext cx="5791200" cy="268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103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4724400"/>
            <a:ext cx="2295525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3" name="Text Box 1032"/>
          <p:cNvSpPr txBox="1">
            <a:spLocks noChangeArrowheads="1"/>
          </p:cNvSpPr>
          <p:nvPr/>
        </p:nvSpPr>
        <p:spPr bwMode="auto">
          <a:xfrm>
            <a:off x="898525" y="4841875"/>
            <a:ext cx="3911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Due to the first NAND gates,</a:t>
            </a:r>
          </a:p>
          <a:p>
            <a:r>
              <a:rPr lang="en-US" sz="2400"/>
              <a:t>the circuit again becomes an</a:t>
            </a:r>
          </a:p>
          <a:p>
            <a:r>
              <a:rPr lang="en-US" sz="2400"/>
              <a:t>SR latch, instead of S’R’</a:t>
            </a:r>
          </a:p>
        </p:txBody>
      </p:sp>
      <p:pic>
        <p:nvPicPr>
          <p:cNvPr id="53249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5813" y="457200"/>
            <a:ext cx="8853715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536B-B86D-4E2A-87BC-E64856BAE6A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20834" name="Text Box 1026"/>
          <p:cNvSpPr txBox="1">
            <a:spLocks noChangeArrowheads="1"/>
          </p:cNvSpPr>
          <p:nvPr/>
        </p:nvSpPr>
        <p:spPr bwMode="auto">
          <a:xfrm>
            <a:off x="3800475" y="131763"/>
            <a:ext cx="156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D LATCH</a:t>
            </a:r>
          </a:p>
        </p:txBody>
      </p:sp>
      <p:sp>
        <p:nvSpPr>
          <p:cNvPr id="10244" name="Text Box 1029"/>
          <p:cNvSpPr txBox="1">
            <a:spLocks noChangeArrowheads="1"/>
          </p:cNvSpPr>
          <p:nvPr/>
        </p:nvSpPr>
        <p:spPr bwMode="auto">
          <a:xfrm>
            <a:off x="685800" y="788988"/>
            <a:ext cx="8372475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</a:t>
            </a:r>
            <a:r>
              <a:rPr lang="en-US" sz="2400"/>
              <a:t>Called D latch because it stores a bit of data (D)</a:t>
            </a:r>
          </a:p>
          <a:p>
            <a:endParaRPr lang="en-US" sz="2400"/>
          </a:p>
          <a:p>
            <a:pPr>
              <a:buFontTx/>
              <a:buChar char="•"/>
            </a:pPr>
            <a:r>
              <a:rPr lang="en-US" sz="2400"/>
              <a:t> The stored data may be changed only when the control input</a:t>
            </a:r>
          </a:p>
          <a:p>
            <a:r>
              <a:rPr lang="en-US" sz="2400"/>
              <a:t>	is “1”. When the control input is “0”, the data bit stored</a:t>
            </a:r>
          </a:p>
          <a:p>
            <a:r>
              <a:rPr lang="en-US" sz="2400"/>
              <a:t>	is available at the output</a:t>
            </a:r>
          </a:p>
        </p:txBody>
      </p:sp>
      <p:pic>
        <p:nvPicPr>
          <p:cNvPr id="10245" name="Picture 103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048000"/>
            <a:ext cx="58674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103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5181600"/>
            <a:ext cx="233362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4D536B-B86D-4E2A-87BC-E64856BAE6A2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20834" name="Text Box 1026"/>
          <p:cNvSpPr txBox="1">
            <a:spLocks noChangeArrowheads="1"/>
          </p:cNvSpPr>
          <p:nvPr/>
        </p:nvSpPr>
        <p:spPr bwMode="auto">
          <a:xfrm>
            <a:off x="3800475" y="131763"/>
            <a:ext cx="156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D LATCH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94C4C1-2015-4D3E-05F7-F6C7010B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38200"/>
            <a:ext cx="7840188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8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2F34-3ABF-4270-89D2-3A165919AE70}" type="slidenum">
              <a:rPr lang="en-US"/>
              <a:pPr/>
              <a:t>10</a:t>
            </a:fld>
            <a:endParaRPr lang="en-US"/>
          </a:p>
        </p:txBody>
      </p:sp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3616325" y="131763"/>
            <a:ext cx="19351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FLIP FLOPS</a:t>
            </a:r>
          </a:p>
        </p:txBody>
      </p:sp>
      <p:sp>
        <p:nvSpPr>
          <p:cNvPr id="211971" name="Text Box 3"/>
          <p:cNvSpPr txBox="1">
            <a:spLocks noChangeArrowheads="1"/>
          </p:cNvSpPr>
          <p:nvPr/>
        </p:nvSpPr>
        <p:spPr bwMode="auto">
          <a:xfrm>
            <a:off x="609600" y="762000"/>
            <a:ext cx="8280400" cy="593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400"/>
              <a:t> Any change in the data input will change the state of the</a:t>
            </a:r>
          </a:p>
          <a:p>
            <a:r>
              <a:rPr lang="en-US" sz="2400"/>
              <a:t>	latch, as long as its control input (trigger) is 1</a:t>
            </a:r>
          </a:p>
          <a:p>
            <a:r>
              <a:rPr lang="en-US" sz="2400"/>
              <a:t>	- In other words latches are transparent (there inputs</a:t>
            </a:r>
          </a:p>
          <a:p>
            <a:r>
              <a:rPr lang="en-US" sz="2400"/>
              <a:t>		can be seen from their outputs)</a:t>
            </a:r>
          </a:p>
          <a:p>
            <a:endParaRPr lang="en-US" sz="2400"/>
          </a:p>
          <a:p>
            <a:pPr>
              <a:buFontTx/>
              <a:buChar char="•"/>
            </a:pPr>
            <a:r>
              <a:rPr lang="en-US" sz="2400"/>
              <a:t> Usually the latches are connected in cascade &amp; driven by</a:t>
            </a:r>
          </a:p>
          <a:p>
            <a:r>
              <a:rPr lang="en-US" sz="2400"/>
              <a:t>	the same trigger</a:t>
            </a:r>
          </a:p>
          <a:p>
            <a:r>
              <a:rPr lang="en-US" sz="2400"/>
              <a:t>	- During one trigger it is assumed that each latch will</a:t>
            </a:r>
          </a:p>
          <a:p>
            <a:r>
              <a:rPr lang="en-US" sz="2400"/>
              <a:t>		change its state according to its current inputs</a:t>
            </a:r>
          </a:p>
          <a:p>
            <a:r>
              <a:rPr lang="en-US" sz="2400"/>
              <a:t>	- But if the previous latch changes its state soon enough</a:t>
            </a:r>
          </a:p>
          <a:p>
            <a:r>
              <a:rPr lang="en-US" sz="2400"/>
              <a:t>		&amp; the trigger is still available, then the next</a:t>
            </a:r>
          </a:p>
          <a:p>
            <a:r>
              <a:rPr lang="en-US" sz="2400"/>
              <a:t>		latch may change its state a 2</a:t>
            </a:r>
            <a:r>
              <a:rPr lang="en-US" sz="2400" baseline="30000"/>
              <a:t>nd</a:t>
            </a:r>
            <a:r>
              <a:rPr lang="en-US" sz="2400"/>
              <a:t> time</a:t>
            </a:r>
          </a:p>
          <a:p>
            <a:endParaRPr lang="en-US" sz="2400"/>
          </a:p>
          <a:p>
            <a:pPr>
              <a:buFontTx/>
              <a:buChar char="•"/>
            </a:pPr>
            <a:r>
              <a:rPr lang="en-US" sz="2400"/>
              <a:t> In a flip flop, two latches are connected in such a way that</a:t>
            </a:r>
          </a:p>
          <a:p>
            <a:r>
              <a:rPr lang="en-US" sz="2400"/>
              <a:t>	the input of the flip flop is not transparent from the</a:t>
            </a:r>
          </a:p>
          <a:p>
            <a:r>
              <a:rPr lang="en-US" sz="2400"/>
              <a:t>	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272A-9E5A-407D-A47D-D5179CD67CE3}" type="slidenum">
              <a:rPr lang="en-US"/>
              <a:pPr/>
              <a:t>11</a:t>
            </a:fld>
            <a:endParaRPr lang="en-US"/>
          </a:p>
        </p:txBody>
      </p:sp>
      <p:pic>
        <p:nvPicPr>
          <p:cNvPr id="142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0225" y="2138363"/>
            <a:ext cx="55435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822325" y="727075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</a:rPr>
              <a:t>Master Slave Flip Flop</a:t>
            </a:r>
          </a:p>
        </p:txBody>
      </p:sp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8019" y="533400"/>
            <a:ext cx="7743981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D272A-9E5A-407D-A47D-D5179CD67CE3}" type="slidenum">
              <a:rPr lang="en-US"/>
              <a:pPr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B416CA-502E-0CA9-E500-301D153C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719303"/>
            <a:ext cx="7010400" cy="4031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7BFF66-4179-6065-8931-8C08FE322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797" y="151116"/>
            <a:ext cx="5829805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78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B4AB-0E6B-44C4-89FF-D564281370E5}" type="slidenum">
              <a:rPr lang="en-US"/>
              <a:pPr/>
              <a:t>13</a:t>
            </a:fld>
            <a:endParaRPr lang="en-US"/>
          </a:p>
        </p:txBody>
      </p:sp>
      <p:pic>
        <p:nvPicPr>
          <p:cNvPr id="49153" name="Picture 1"/>
          <p:cNvPicPr>
            <a:picLocks noChangeAspect="1" noChangeArrowheads="1"/>
          </p:cNvPicPr>
          <p:nvPr/>
        </p:nvPicPr>
        <p:blipFill>
          <a:blip r:embed="rId2"/>
          <a:srcRect b="64000"/>
          <a:stretch/>
        </p:blipFill>
        <p:spPr bwMode="auto">
          <a:xfrm>
            <a:off x="276764" y="168951"/>
            <a:ext cx="8590471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105667-F213-00F1-D7D8-C756EAD2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4" y="2286000"/>
            <a:ext cx="7026249" cy="337595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06212-EC40-4E93-B5AE-01BE933B78F1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987" y="779767"/>
            <a:ext cx="8305800" cy="5576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C71552-1939-071A-CF22-87E1739F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0"/>
            <a:ext cx="3924587" cy="26795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06212-EC40-4E93-B5AE-01BE933B78F1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90800" y="381000"/>
            <a:ext cx="2937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Toogle</a:t>
            </a:r>
            <a:r>
              <a:rPr lang="en-US" sz="3200" dirty="0"/>
              <a:t> </a:t>
            </a:r>
            <a:r>
              <a:rPr lang="en-US" sz="3200" dirty="0" err="1"/>
              <a:t>FlipFlop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2CB8B-E741-F116-FE13-092552607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8607622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1E940F-11B3-2B7F-BCA0-BD9BC6978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48121"/>
            <a:ext cx="3527241" cy="18594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039F-9BC9-4C5A-A89B-181402B43222}" type="slidenum">
              <a:rPr lang="en-US"/>
              <a:pPr/>
              <a:t>16</a:t>
            </a:fld>
            <a:endParaRPr lang="en-US"/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2173288" y="131763"/>
            <a:ext cx="4830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SEQUENTIAL CIRCUIT DESIGN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822325" y="803275"/>
            <a:ext cx="2460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Excitation Tables</a:t>
            </a:r>
            <a:endParaRPr lang="en-US" sz="2400" dirty="0"/>
          </a:p>
        </p:txBody>
      </p:sp>
      <p:pic>
        <p:nvPicPr>
          <p:cNvPr id="21094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981200"/>
            <a:ext cx="2914650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094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057400"/>
            <a:ext cx="20955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095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6800" y="3657600"/>
            <a:ext cx="3219450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095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05400" y="3657600"/>
            <a:ext cx="25146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095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066800" y="5334000"/>
            <a:ext cx="29813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0953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05400" y="5181600"/>
            <a:ext cx="170497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039F-9BC9-4C5A-A89B-181402B43222}" type="slidenum">
              <a:rPr lang="en-US"/>
              <a:pPr/>
              <a:t>17</a:t>
            </a:fld>
            <a:endParaRPr lang="en-US"/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2706968" y="131763"/>
            <a:ext cx="37634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2 Bit Synchronous Counter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E2587-9E4C-7ED6-F7D6-1E7240597C2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57200" y="914400"/>
            <a:ext cx="832413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80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039F-9BC9-4C5A-A89B-181402B43222}" type="slidenum">
              <a:rPr lang="en-US"/>
              <a:pPr/>
              <a:t>18</a:t>
            </a:fld>
            <a:endParaRPr lang="en-US"/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2173288" y="131763"/>
            <a:ext cx="4830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SEQUENTIAL CIRCUIT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BFE79-7190-E0A5-CE49-BE262FA4890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381000" y="685800"/>
            <a:ext cx="8001000" cy="35330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32DD22-6A0B-4FAA-BDD5-8D77A61CD02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</a:blip>
          <a:stretch>
            <a:fillRect/>
          </a:stretch>
        </p:blipFill>
        <p:spPr>
          <a:xfrm>
            <a:off x="525263" y="4150484"/>
            <a:ext cx="7834039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03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039F-9BC9-4C5A-A89B-181402B43222}" type="slidenum">
              <a:rPr lang="en-US"/>
              <a:pPr/>
              <a:t>19</a:t>
            </a:fld>
            <a:endParaRPr lang="en-US"/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2173288" y="131763"/>
            <a:ext cx="4830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u="sng">
                <a:effectLst>
                  <a:outerShdw blurRad="38100" dist="38100" dir="2700000" algn="tl">
                    <a:srgbClr val="FFFFFF"/>
                  </a:outerShdw>
                </a:effectLst>
              </a:rPr>
              <a:t>SEQUENTIAL CIRCUIT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823CD1-1843-D5CA-CACA-598251B04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4806" y="846306"/>
            <a:ext cx="7854387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29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D039F-9BC9-4C5A-A89B-181402B43222}" type="slidenum">
              <a:rPr lang="en-US"/>
              <a:pPr/>
              <a:t>20</a:t>
            </a:fld>
            <a:endParaRPr lang="en-US"/>
          </a:p>
        </p:txBody>
      </p:sp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3810000" y="2967335"/>
            <a:ext cx="1178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07403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40785</TotalTime>
  <Words>381</Words>
  <Application>Microsoft Office PowerPoint</Application>
  <PresentationFormat>On-screen Show (4:3)</PresentationFormat>
  <Paragraphs>67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Bitmap Image</vt:lpstr>
      <vt:lpstr>DLD Lecture 12 Sequential Circuits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Zahoor</dc:creator>
  <cp:lastModifiedBy>Syed Zulqadar Hassan</cp:lastModifiedBy>
  <cp:revision>250</cp:revision>
  <cp:lastPrinted>2003-09-04T08:50:48Z</cp:lastPrinted>
  <dcterms:created xsi:type="dcterms:W3CDTF">2003-07-30T09:29:41Z</dcterms:created>
  <dcterms:modified xsi:type="dcterms:W3CDTF">2025-06-13T08:35:56Z</dcterms:modified>
</cp:coreProperties>
</file>
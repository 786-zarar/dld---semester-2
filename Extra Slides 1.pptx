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1"/>
  </p:sldMasterIdLst>
  <p:notesMasterIdLst>
    <p:notesMasterId r:id="rId24"/>
  </p:notesMasterIdLst>
  <p:handoutMasterIdLst>
    <p:handoutMasterId r:id="rId25"/>
  </p:handoutMasterIdLst>
  <p:sldIdLst>
    <p:sldId id="316" r:id="rId2"/>
    <p:sldId id="317" r:id="rId3"/>
    <p:sldId id="329" r:id="rId4"/>
    <p:sldId id="330" r:id="rId5"/>
    <p:sldId id="331" r:id="rId6"/>
    <p:sldId id="332" r:id="rId7"/>
    <p:sldId id="333" r:id="rId8"/>
    <p:sldId id="334" r:id="rId9"/>
    <p:sldId id="335" r:id="rId10"/>
    <p:sldId id="336" r:id="rId11"/>
    <p:sldId id="337" r:id="rId12"/>
    <p:sldId id="338" r:id="rId13"/>
    <p:sldId id="339" r:id="rId14"/>
    <p:sldId id="340" r:id="rId15"/>
    <p:sldId id="341" r:id="rId16"/>
    <p:sldId id="342" r:id="rId17"/>
    <p:sldId id="343" r:id="rId18"/>
    <p:sldId id="344" r:id="rId19"/>
    <p:sldId id="345" r:id="rId20"/>
    <p:sldId id="346" r:id="rId21"/>
    <p:sldId id="347" r:id="rId22"/>
    <p:sldId id="313" r:id="rId23"/>
  </p:sldIdLst>
  <p:sldSz cx="9144000" cy="6858000" type="screen4x3"/>
  <p:notesSz cx="6858000" cy="9144000"/>
  <p:defaultTextStyle>
    <a:defPPr>
      <a:defRPr lang="en-GB"/>
    </a:defPPr>
    <a:lvl1pPr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FF9900"/>
    <a:srgbClr val="FFFFFF"/>
    <a:srgbClr val="000000"/>
    <a:srgbClr val="FF00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241" autoAdjust="0"/>
    <p:restoredTop sz="92549" autoAdjust="0"/>
  </p:normalViewPr>
  <p:slideViewPr>
    <p:cSldViewPr>
      <p:cViewPr varScale="1">
        <p:scale>
          <a:sx n="73" d="100"/>
          <a:sy n="73" d="100"/>
        </p:scale>
        <p:origin x="1589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54" y="-10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yed Zulqadar Hassan" userId="bb151c9adcbd665f" providerId="LiveId" clId="{8FD4BF73-FD57-44AD-9E5D-594F7AFD93A8}"/>
    <pc:docChg chg="undo custSel addSld delSld modSld">
      <pc:chgData name="Syed Zulqadar Hassan" userId="bb151c9adcbd665f" providerId="LiveId" clId="{8FD4BF73-FD57-44AD-9E5D-594F7AFD93A8}" dt="2025-03-23T17:23:11.862" v="258" actId="14100"/>
      <pc:docMkLst>
        <pc:docMk/>
      </pc:docMkLst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76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77"/>
        </pc:sldMkLst>
      </pc:sldChg>
      <pc:sldChg chg="del">
        <pc:chgData name="Syed Zulqadar Hassan" userId="bb151c9adcbd665f" providerId="LiveId" clId="{8FD4BF73-FD57-44AD-9E5D-594F7AFD93A8}" dt="2025-03-23T16:20:02.294" v="73" actId="47"/>
        <pc:sldMkLst>
          <pc:docMk/>
          <pc:sldMk cId="0" sldId="278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84"/>
        </pc:sldMkLst>
      </pc:sldChg>
      <pc:sldChg chg="del">
        <pc:chgData name="Syed Zulqadar Hassan" userId="bb151c9adcbd665f" providerId="LiveId" clId="{8FD4BF73-FD57-44AD-9E5D-594F7AFD93A8}" dt="2025-03-23T16:20:06.319" v="74" actId="47"/>
        <pc:sldMkLst>
          <pc:docMk/>
          <pc:sldMk cId="0" sldId="285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86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87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88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89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0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1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2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3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4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5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6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7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8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299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0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1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2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3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4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5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6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7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8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09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10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11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0" sldId="312"/>
        </pc:sldMkLst>
      </pc:sldChg>
      <pc:sldChg chg="addSp delSp modSp mod">
        <pc:chgData name="Syed Zulqadar Hassan" userId="bb151c9adcbd665f" providerId="LiveId" clId="{8FD4BF73-FD57-44AD-9E5D-594F7AFD93A8}" dt="2025-03-23T17:11:16.873" v="195" actId="113"/>
        <pc:sldMkLst>
          <pc:docMk/>
          <pc:sldMk cId="0" sldId="313"/>
        </pc:sldMkLst>
        <pc:spChg chg="add del mod">
          <ac:chgData name="Syed Zulqadar Hassan" userId="bb151c9adcbd665f" providerId="LiveId" clId="{8FD4BF73-FD57-44AD-9E5D-594F7AFD93A8}" dt="2025-03-23T17:11:07.427" v="188" actId="478"/>
          <ac:spMkLst>
            <pc:docMk/>
            <pc:sldMk cId="0" sldId="313"/>
            <ac:spMk id="3" creationId="{F89C1946-DED2-9479-0475-4E2E8AF9F0ED}"/>
          </ac:spMkLst>
        </pc:spChg>
        <pc:spChg chg="del">
          <ac:chgData name="Syed Zulqadar Hassan" userId="bb151c9adcbd665f" providerId="LiveId" clId="{8FD4BF73-FD57-44AD-9E5D-594F7AFD93A8}" dt="2025-03-23T17:11:05.933" v="187" actId="478"/>
          <ac:spMkLst>
            <pc:docMk/>
            <pc:sldMk cId="0" sldId="313"/>
            <ac:spMk id="506882" creationId="{00000000-0000-0000-0000-000000000000}"/>
          </ac:spMkLst>
        </pc:spChg>
        <pc:spChg chg="mod">
          <ac:chgData name="Syed Zulqadar Hassan" userId="bb151c9adcbd665f" providerId="LiveId" clId="{8FD4BF73-FD57-44AD-9E5D-594F7AFD93A8}" dt="2025-03-23T17:11:16.873" v="195" actId="113"/>
          <ac:spMkLst>
            <pc:docMk/>
            <pc:sldMk cId="0" sldId="313"/>
            <ac:spMk id="506883" creationId="{00000000-0000-0000-0000-000000000000}"/>
          </ac:spMkLst>
        </pc:spChg>
      </pc:sldChg>
      <pc:sldChg chg="modSp mod">
        <pc:chgData name="Syed Zulqadar Hassan" userId="bb151c9adcbd665f" providerId="LiveId" clId="{8FD4BF73-FD57-44AD-9E5D-594F7AFD93A8}" dt="2025-03-23T17:22:01.646" v="239" actId="20577"/>
        <pc:sldMkLst>
          <pc:docMk/>
          <pc:sldMk cId="0" sldId="316"/>
        </pc:sldMkLst>
        <pc:spChg chg="mod">
          <ac:chgData name="Syed Zulqadar Hassan" userId="bb151c9adcbd665f" providerId="LiveId" clId="{8FD4BF73-FD57-44AD-9E5D-594F7AFD93A8}" dt="2025-03-23T16:19:55.356" v="72" actId="20577"/>
          <ac:spMkLst>
            <pc:docMk/>
            <pc:sldMk cId="0" sldId="316"/>
            <ac:spMk id="29698" creationId="{00000000-0000-0000-0000-000000000000}"/>
          </ac:spMkLst>
        </pc:spChg>
        <pc:spChg chg="mod">
          <ac:chgData name="Syed Zulqadar Hassan" userId="bb151c9adcbd665f" providerId="LiveId" clId="{8FD4BF73-FD57-44AD-9E5D-594F7AFD93A8}" dt="2025-03-23T16:19:14.741" v="26" actId="1076"/>
          <ac:spMkLst>
            <pc:docMk/>
            <pc:sldMk cId="0" sldId="316"/>
            <ac:spMk id="29699" creationId="{00000000-0000-0000-0000-000000000000}"/>
          </ac:spMkLst>
        </pc:spChg>
        <pc:spChg chg="mod">
          <ac:chgData name="Syed Zulqadar Hassan" userId="bb151c9adcbd665f" providerId="LiveId" clId="{8FD4BF73-FD57-44AD-9E5D-594F7AFD93A8}" dt="2025-03-23T17:22:01.646" v="239" actId="20577"/>
          <ac:spMkLst>
            <pc:docMk/>
            <pc:sldMk cId="0" sldId="316"/>
            <ac:spMk id="29700" creationId="{00000000-0000-0000-0000-000000000000}"/>
          </ac:spMkLst>
        </pc:spChg>
      </pc:sldChg>
      <pc:sldChg chg="addSp delSp modSp mod">
        <pc:chgData name="Syed Zulqadar Hassan" userId="bb151c9adcbd665f" providerId="LiveId" clId="{8FD4BF73-FD57-44AD-9E5D-594F7AFD93A8}" dt="2025-03-23T16:21:11.609" v="83" actId="1076"/>
        <pc:sldMkLst>
          <pc:docMk/>
          <pc:sldMk cId="2272383913" sldId="317"/>
        </pc:sldMkLst>
        <pc:spChg chg="add del mod">
          <ac:chgData name="Syed Zulqadar Hassan" userId="bb151c9adcbd665f" providerId="LiveId" clId="{8FD4BF73-FD57-44AD-9E5D-594F7AFD93A8}" dt="2025-03-23T16:20:33.175" v="80" actId="22"/>
          <ac:spMkLst>
            <pc:docMk/>
            <pc:sldMk cId="2272383913" sldId="317"/>
            <ac:spMk id="3" creationId="{B2575172-4E8E-76A9-FE0E-DC297CBD6D5F}"/>
          </ac:spMkLst>
        </pc:spChg>
        <pc:spChg chg="mod">
          <ac:chgData name="Syed Zulqadar Hassan" userId="bb151c9adcbd665f" providerId="LiveId" clId="{8FD4BF73-FD57-44AD-9E5D-594F7AFD93A8}" dt="2025-03-23T16:20:22.678" v="79"/>
          <ac:spMkLst>
            <pc:docMk/>
            <pc:sldMk cId="2272383913" sldId="317"/>
            <ac:spMk id="411650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51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53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55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57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59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61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63" creationId="{00000000-0000-0000-0000-000000000000}"/>
          </ac:spMkLst>
        </pc:spChg>
        <pc:spChg chg="del">
          <ac:chgData name="Syed Zulqadar Hassan" userId="bb151c9adcbd665f" providerId="LiveId" clId="{8FD4BF73-FD57-44AD-9E5D-594F7AFD93A8}" dt="2025-03-23T16:20:09.267" v="75" actId="478"/>
          <ac:spMkLst>
            <pc:docMk/>
            <pc:sldMk cId="2272383913" sldId="317"/>
            <ac:spMk id="411665" creationId="{00000000-0000-0000-0000-000000000000}"/>
          </ac:spMkLst>
        </pc:spChg>
        <pc:graphicFrameChg chg="del">
          <ac:chgData name="Syed Zulqadar Hassan" userId="bb151c9adcbd665f" providerId="LiveId" clId="{8FD4BF73-FD57-44AD-9E5D-594F7AFD93A8}" dt="2025-03-23T16:20:09.267" v="75" actId="478"/>
          <ac:graphicFrameMkLst>
            <pc:docMk/>
            <pc:sldMk cId="2272383913" sldId="317"/>
            <ac:graphicFrameMk id="411652" creationId="{00000000-0000-0000-0000-000000000000}"/>
          </ac:graphicFrameMkLst>
        </pc:graphicFrameChg>
        <pc:graphicFrameChg chg="del">
          <ac:chgData name="Syed Zulqadar Hassan" userId="bb151c9adcbd665f" providerId="LiveId" clId="{8FD4BF73-FD57-44AD-9E5D-594F7AFD93A8}" dt="2025-03-23T16:20:09.267" v="75" actId="478"/>
          <ac:graphicFrameMkLst>
            <pc:docMk/>
            <pc:sldMk cId="2272383913" sldId="317"/>
            <ac:graphicFrameMk id="411654" creationId="{00000000-0000-0000-0000-000000000000}"/>
          </ac:graphicFrameMkLst>
        </pc:graphicFrameChg>
        <pc:graphicFrameChg chg="del">
          <ac:chgData name="Syed Zulqadar Hassan" userId="bb151c9adcbd665f" providerId="LiveId" clId="{8FD4BF73-FD57-44AD-9E5D-594F7AFD93A8}" dt="2025-03-23T16:20:09.267" v="75" actId="478"/>
          <ac:graphicFrameMkLst>
            <pc:docMk/>
            <pc:sldMk cId="2272383913" sldId="317"/>
            <ac:graphicFrameMk id="411656" creationId="{00000000-0000-0000-0000-000000000000}"/>
          </ac:graphicFrameMkLst>
        </pc:graphicFrameChg>
        <pc:graphicFrameChg chg="del">
          <ac:chgData name="Syed Zulqadar Hassan" userId="bb151c9adcbd665f" providerId="LiveId" clId="{8FD4BF73-FD57-44AD-9E5D-594F7AFD93A8}" dt="2025-03-23T16:20:09.267" v="75" actId="478"/>
          <ac:graphicFrameMkLst>
            <pc:docMk/>
            <pc:sldMk cId="2272383913" sldId="317"/>
            <ac:graphicFrameMk id="411658" creationId="{00000000-0000-0000-0000-000000000000}"/>
          </ac:graphicFrameMkLst>
        </pc:graphicFrameChg>
        <pc:graphicFrameChg chg="del">
          <ac:chgData name="Syed Zulqadar Hassan" userId="bb151c9adcbd665f" providerId="LiveId" clId="{8FD4BF73-FD57-44AD-9E5D-594F7AFD93A8}" dt="2025-03-23T16:20:09.267" v="75" actId="478"/>
          <ac:graphicFrameMkLst>
            <pc:docMk/>
            <pc:sldMk cId="2272383913" sldId="317"/>
            <ac:graphicFrameMk id="411660" creationId="{00000000-0000-0000-0000-000000000000}"/>
          </ac:graphicFrameMkLst>
        </pc:graphicFrameChg>
        <pc:graphicFrameChg chg="del">
          <ac:chgData name="Syed Zulqadar Hassan" userId="bb151c9adcbd665f" providerId="LiveId" clId="{8FD4BF73-FD57-44AD-9E5D-594F7AFD93A8}" dt="2025-03-23T16:20:09.267" v="75" actId="478"/>
          <ac:graphicFrameMkLst>
            <pc:docMk/>
            <pc:sldMk cId="2272383913" sldId="317"/>
            <ac:graphicFrameMk id="411662" creationId="{00000000-0000-0000-0000-000000000000}"/>
          </ac:graphicFrameMkLst>
        </pc:graphicFrameChg>
        <pc:graphicFrameChg chg="del">
          <ac:chgData name="Syed Zulqadar Hassan" userId="bb151c9adcbd665f" providerId="LiveId" clId="{8FD4BF73-FD57-44AD-9E5D-594F7AFD93A8}" dt="2025-03-23T16:20:09.267" v="75" actId="478"/>
          <ac:graphicFrameMkLst>
            <pc:docMk/>
            <pc:sldMk cId="2272383913" sldId="317"/>
            <ac:graphicFrameMk id="411664" creationId="{00000000-0000-0000-0000-000000000000}"/>
          </ac:graphicFrameMkLst>
        </pc:graphicFrameChg>
        <pc:picChg chg="add mod ord">
          <ac:chgData name="Syed Zulqadar Hassan" userId="bb151c9adcbd665f" providerId="LiveId" clId="{8FD4BF73-FD57-44AD-9E5D-594F7AFD93A8}" dt="2025-03-23T16:21:11.609" v="83" actId="1076"/>
          <ac:picMkLst>
            <pc:docMk/>
            <pc:sldMk cId="2272383913" sldId="317"/>
            <ac:picMk id="5" creationId="{2F5D2599-1A4C-D4C4-9C8B-2E24B57D8937}"/>
          </ac:picMkLst>
        </pc:picChg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4047954860" sldId="318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4234236305" sldId="319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882731645" sldId="320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443054197" sldId="321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3223862491" sldId="322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2921409922" sldId="323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3656557829" sldId="324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2072237157" sldId="325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3441337269" sldId="326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4014517739" sldId="327"/>
        </pc:sldMkLst>
      </pc:sldChg>
      <pc:sldChg chg="del">
        <pc:chgData name="Syed Zulqadar Hassan" userId="bb151c9adcbd665f" providerId="LiveId" clId="{8FD4BF73-FD57-44AD-9E5D-594F7AFD93A8}" dt="2025-03-23T17:10:56.482" v="166" actId="47"/>
        <pc:sldMkLst>
          <pc:docMk/>
          <pc:sldMk cId="1481312366" sldId="328"/>
        </pc:sldMkLst>
      </pc:sldChg>
      <pc:sldChg chg="addSp delSp modSp add mod">
        <pc:chgData name="Syed Zulqadar Hassan" userId="bb151c9adcbd665f" providerId="LiveId" clId="{8FD4BF73-FD57-44AD-9E5D-594F7AFD93A8}" dt="2025-03-23T16:21:41.160" v="90" actId="1076"/>
        <pc:sldMkLst>
          <pc:docMk/>
          <pc:sldMk cId="2550039953" sldId="329"/>
        </pc:sldMkLst>
        <pc:spChg chg="add del mod">
          <ac:chgData name="Syed Zulqadar Hassan" userId="bb151c9adcbd665f" providerId="LiveId" clId="{8FD4BF73-FD57-44AD-9E5D-594F7AFD93A8}" dt="2025-03-23T16:21:30.281" v="87" actId="22"/>
          <ac:spMkLst>
            <pc:docMk/>
            <pc:sldMk cId="2550039953" sldId="329"/>
            <ac:spMk id="3" creationId="{4F1D238D-ED11-B0B9-587C-D5161A6A49E6}"/>
          </ac:spMkLst>
        </pc:spChg>
        <pc:spChg chg="mod">
          <ac:chgData name="Syed Zulqadar Hassan" userId="bb151c9adcbd665f" providerId="LiveId" clId="{8FD4BF73-FD57-44AD-9E5D-594F7AFD93A8}" dt="2025-03-23T16:21:16.548" v="86"/>
          <ac:spMkLst>
            <pc:docMk/>
            <pc:sldMk cId="2550039953" sldId="329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6:21:15.168" v="85" actId="478"/>
          <ac:picMkLst>
            <pc:docMk/>
            <pc:sldMk cId="2550039953" sldId="329"/>
            <ac:picMk id="5" creationId="{2F5D2599-1A4C-D4C4-9C8B-2E24B57D8937}"/>
          </ac:picMkLst>
        </pc:picChg>
        <pc:picChg chg="add mod ord">
          <ac:chgData name="Syed Zulqadar Hassan" userId="bb151c9adcbd665f" providerId="LiveId" clId="{8FD4BF73-FD57-44AD-9E5D-594F7AFD93A8}" dt="2025-03-23T16:21:41.160" v="90" actId="1076"/>
          <ac:picMkLst>
            <pc:docMk/>
            <pc:sldMk cId="2550039953" sldId="329"/>
            <ac:picMk id="6" creationId="{E2DD37CB-45F0-88BC-26EC-32EEF342BC6F}"/>
          </ac:picMkLst>
        </pc:picChg>
      </pc:sldChg>
      <pc:sldChg chg="addSp delSp modSp add mod">
        <pc:chgData name="Syed Zulqadar Hassan" userId="bb151c9adcbd665f" providerId="LiveId" clId="{8FD4BF73-FD57-44AD-9E5D-594F7AFD93A8}" dt="2025-03-23T16:22:04.107" v="96" actId="14100"/>
        <pc:sldMkLst>
          <pc:docMk/>
          <pc:sldMk cId="3854290952" sldId="330"/>
        </pc:sldMkLst>
        <pc:spChg chg="add del mod">
          <ac:chgData name="Syed Zulqadar Hassan" userId="bb151c9adcbd665f" providerId="LiveId" clId="{8FD4BF73-FD57-44AD-9E5D-594F7AFD93A8}" dt="2025-03-23T16:21:57.497" v="93" actId="22"/>
          <ac:spMkLst>
            <pc:docMk/>
            <pc:sldMk cId="3854290952" sldId="330"/>
            <ac:spMk id="3" creationId="{DC932288-D924-12D3-4D8E-5CFB45F28743}"/>
          </ac:spMkLst>
        </pc:spChg>
        <pc:picChg chg="add mod ord">
          <ac:chgData name="Syed Zulqadar Hassan" userId="bb151c9adcbd665f" providerId="LiveId" clId="{8FD4BF73-FD57-44AD-9E5D-594F7AFD93A8}" dt="2025-03-23T16:22:04.107" v="96" actId="14100"/>
          <ac:picMkLst>
            <pc:docMk/>
            <pc:sldMk cId="3854290952" sldId="330"/>
            <ac:picMk id="5" creationId="{DBF4759F-72BE-E4FC-1312-E184F81ADD45}"/>
          </ac:picMkLst>
        </pc:picChg>
        <pc:picChg chg="del">
          <ac:chgData name="Syed Zulqadar Hassan" userId="bb151c9adcbd665f" providerId="LiveId" clId="{8FD4BF73-FD57-44AD-9E5D-594F7AFD93A8}" dt="2025-03-23T16:21:43.816" v="92" actId="478"/>
          <ac:picMkLst>
            <pc:docMk/>
            <pc:sldMk cId="3854290952" sldId="330"/>
            <ac:picMk id="6" creationId="{E2DD37CB-45F0-88BC-26EC-32EEF342BC6F}"/>
          </ac:picMkLst>
        </pc:picChg>
      </pc:sldChg>
      <pc:sldChg chg="addSp delSp modSp add mod">
        <pc:chgData name="Syed Zulqadar Hassan" userId="bb151c9adcbd665f" providerId="LiveId" clId="{8FD4BF73-FD57-44AD-9E5D-594F7AFD93A8}" dt="2025-03-23T16:22:43.428" v="102" actId="14100"/>
        <pc:sldMkLst>
          <pc:docMk/>
          <pc:sldMk cId="4162658993" sldId="331"/>
        </pc:sldMkLst>
        <pc:spChg chg="add del mod">
          <ac:chgData name="Syed Zulqadar Hassan" userId="bb151c9adcbd665f" providerId="LiveId" clId="{8FD4BF73-FD57-44AD-9E5D-594F7AFD93A8}" dt="2025-03-23T16:22:40.262" v="100" actId="22"/>
          <ac:spMkLst>
            <pc:docMk/>
            <pc:sldMk cId="4162658993" sldId="331"/>
            <ac:spMk id="3" creationId="{7E0328E1-A223-A1A5-7D88-1D30BF5F7D1D}"/>
          </ac:spMkLst>
        </pc:spChg>
        <pc:spChg chg="mod">
          <ac:chgData name="Syed Zulqadar Hassan" userId="bb151c9adcbd665f" providerId="LiveId" clId="{8FD4BF73-FD57-44AD-9E5D-594F7AFD93A8}" dt="2025-03-23T16:22:30.642" v="99"/>
          <ac:spMkLst>
            <pc:docMk/>
            <pc:sldMk cId="4162658993" sldId="331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6:22:07.368" v="98" actId="478"/>
          <ac:picMkLst>
            <pc:docMk/>
            <pc:sldMk cId="4162658993" sldId="331"/>
            <ac:picMk id="5" creationId="{DBF4759F-72BE-E4FC-1312-E184F81ADD45}"/>
          </ac:picMkLst>
        </pc:picChg>
        <pc:picChg chg="add mod ord">
          <ac:chgData name="Syed Zulqadar Hassan" userId="bb151c9adcbd665f" providerId="LiveId" clId="{8FD4BF73-FD57-44AD-9E5D-594F7AFD93A8}" dt="2025-03-23T16:22:43.428" v="102" actId="14100"/>
          <ac:picMkLst>
            <pc:docMk/>
            <pc:sldMk cId="4162658993" sldId="331"/>
            <ac:picMk id="6" creationId="{CA570EF8-B21B-661D-A07E-AAB330650660}"/>
          </ac:picMkLst>
        </pc:picChg>
      </pc:sldChg>
      <pc:sldChg chg="addSp delSp modSp add mod">
        <pc:chgData name="Syed Zulqadar Hassan" userId="bb151c9adcbd665f" providerId="LiveId" clId="{8FD4BF73-FD57-44AD-9E5D-594F7AFD93A8}" dt="2025-03-23T16:46:02.644" v="109" actId="14100"/>
        <pc:sldMkLst>
          <pc:docMk/>
          <pc:sldMk cId="2698135594" sldId="332"/>
        </pc:sldMkLst>
        <pc:spChg chg="add del mod">
          <ac:chgData name="Syed Zulqadar Hassan" userId="bb151c9adcbd665f" providerId="LiveId" clId="{8FD4BF73-FD57-44AD-9E5D-594F7AFD93A8}" dt="2025-03-23T16:45:41.569" v="105" actId="22"/>
          <ac:spMkLst>
            <pc:docMk/>
            <pc:sldMk cId="2698135594" sldId="332"/>
            <ac:spMk id="3" creationId="{16F04F97-21B9-3D28-4FA0-3107464ECD23}"/>
          </ac:spMkLst>
        </pc:spChg>
        <pc:spChg chg="mod">
          <ac:chgData name="Syed Zulqadar Hassan" userId="bb151c9adcbd665f" providerId="LiveId" clId="{8FD4BF73-FD57-44AD-9E5D-594F7AFD93A8}" dt="2025-03-23T16:46:02.644" v="109" actId="14100"/>
          <ac:spMkLst>
            <pc:docMk/>
            <pc:sldMk cId="2698135594" sldId="332"/>
            <ac:spMk id="411650" creationId="{00000000-0000-0000-0000-000000000000}"/>
          </ac:spMkLst>
        </pc:spChg>
        <pc:picChg chg="add mod ord">
          <ac:chgData name="Syed Zulqadar Hassan" userId="bb151c9adcbd665f" providerId="LiveId" clId="{8FD4BF73-FD57-44AD-9E5D-594F7AFD93A8}" dt="2025-03-23T16:45:45.266" v="107" actId="14100"/>
          <ac:picMkLst>
            <pc:docMk/>
            <pc:sldMk cId="2698135594" sldId="332"/>
            <ac:picMk id="5" creationId="{AEAAAC80-A04D-9AF4-B6D9-8EF0F81A2F28}"/>
          </ac:picMkLst>
        </pc:picChg>
        <pc:picChg chg="del">
          <ac:chgData name="Syed Zulqadar Hassan" userId="bb151c9adcbd665f" providerId="LiveId" clId="{8FD4BF73-FD57-44AD-9E5D-594F7AFD93A8}" dt="2025-03-23T16:22:46.267" v="104" actId="478"/>
          <ac:picMkLst>
            <pc:docMk/>
            <pc:sldMk cId="2698135594" sldId="332"/>
            <ac:picMk id="6" creationId="{CA570EF8-B21B-661D-A07E-AAB330650660}"/>
          </ac:picMkLst>
        </pc:picChg>
      </pc:sldChg>
      <pc:sldChg chg="addSp delSp modSp add mod">
        <pc:chgData name="Syed Zulqadar Hassan" userId="bb151c9adcbd665f" providerId="LiveId" clId="{8FD4BF73-FD57-44AD-9E5D-594F7AFD93A8}" dt="2025-03-23T16:46:53.715" v="116" actId="20577"/>
        <pc:sldMkLst>
          <pc:docMk/>
          <pc:sldMk cId="339798002" sldId="333"/>
        </pc:sldMkLst>
        <pc:spChg chg="add del mod">
          <ac:chgData name="Syed Zulqadar Hassan" userId="bb151c9adcbd665f" providerId="LiveId" clId="{8FD4BF73-FD57-44AD-9E5D-594F7AFD93A8}" dt="2025-03-23T16:46:46.339" v="112" actId="22"/>
          <ac:spMkLst>
            <pc:docMk/>
            <pc:sldMk cId="339798002" sldId="333"/>
            <ac:spMk id="3" creationId="{8A0F1A86-844D-F81A-5EA2-631FCFED8085}"/>
          </ac:spMkLst>
        </pc:spChg>
        <pc:spChg chg="mod">
          <ac:chgData name="Syed Zulqadar Hassan" userId="bb151c9adcbd665f" providerId="LiveId" clId="{8FD4BF73-FD57-44AD-9E5D-594F7AFD93A8}" dt="2025-03-23T16:46:53.715" v="116" actId="20577"/>
          <ac:spMkLst>
            <pc:docMk/>
            <pc:sldMk cId="339798002" sldId="333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6:46:08.146" v="111" actId="478"/>
          <ac:picMkLst>
            <pc:docMk/>
            <pc:sldMk cId="339798002" sldId="333"/>
            <ac:picMk id="5" creationId="{AEAAAC80-A04D-9AF4-B6D9-8EF0F81A2F28}"/>
          </ac:picMkLst>
        </pc:picChg>
        <pc:picChg chg="add mod ord">
          <ac:chgData name="Syed Zulqadar Hassan" userId="bb151c9adcbd665f" providerId="LiveId" clId="{8FD4BF73-FD57-44AD-9E5D-594F7AFD93A8}" dt="2025-03-23T16:46:50.906" v="115" actId="14100"/>
          <ac:picMkLst>
            <pc:docMk/>
            <pc:sldMk cId="339798002" sldId="333"/>
            <ac:picMk id="6" creationId="{FC27974B-8876-759A-01C1-AC53C75909B3}"/>
          </ac:picMkLst>
        </pc:picChg>
      </pc:sldChg>
      <pc:sldChg chg="addSp delSp modSp add mod">
        <pc:chgData name="Syed Zulqadar Hassan" userId="bb151c9adcbd665f" providerId="LiveId" clId="{8FD4BF73-FD57-44AD-9E5D-594F7AFD93A8}" dt="2025-03-23T16:50:18.669" v="121" actId="14100"/>
        <pc:sldMkLst>
          <pc:docMk/>
          <pc:sldMk cId="2239968991" sldId="334"/>
        </pc:sldMkLst>
        <pc:spChg chg="add del mod">
          <ac:chgData name="Syed Zulqadar Hassan" userId="bb151c9adcbd665f" providerId="LiveId" clId="{8FD4BF73-FD57-44AD-9E5D-594F7AFD93A8}" dt="2025-03-23T16:50:14.064" v="119" actId="22"/>
          <ac:spMkLst>
            <pc:docMk/>
            <pc:sldMk cId="2239968991" sldId="334"/>
            <ac:spMk id="3" creationId="{380E67A5-E9AD-0723-331B-2B8EEB6DE614}"/>
          </ac:spMkLst>
        </pc:spChg>
        <pc:picChg chg="add mod ord">
          <ac:chgData name="Syed Zulqadar Hassan" userId="bb151c9adcbd665f" providerId="LiveId" clId="{8FD4BF73-FD57-44AD-9E5D-594F7AFD93A8}" dt="2025-03-23T16:50:18.669" v="121" actId="14100"/>
          <ac:picMkLst>
            <pc:docMk/>
            <pc:sldMk cId="2239968991" sldId="334"/>
            <ac:picMk id="5" creationId="{F583BBE0-608C-71C4-BC0C-273BBCD3026D}"/>
          </ac:picMkLst>
        </pc:picChg>
        <pc:picChg chg="del">
          <ac:chgData name="Syed Zulqadar Hassan" userId="bb151c9adcbd665f" providerId="LiveId" clId="{8FD4BF73-FD57-44AD-9E5D-594F7AFD93A8}" dt="2025-03-23T16:46:57.662" v="118" actId="478"/>
          <ac:picMkLst>
            <pc:docMk/>
            <pc:sldMk cId="2239968991" sldId="334"/>
            <ac:picMk id="6" creationId="{FC27974B-8876-759A-01C1-AC53C75909B3}"/>
          </ac:picMkLst>
        </pc:picChg>
      </pc:sldChg>
      <pc:sldChg chg="addSp delSp modSp add mod">
        <pc:chgData name="Syed Zulqadar Hassan" userId="bb151c9adcbd665f" providerId="LiveId" clId="{8FD4BF73-FD57-44AD-9E5D-594F7AFD93A8}" dt="2025-03-23T16:55:52" v="130" actId="14100"/>
        <pc:sldMkLst>
          <pc:docMk/>
          <pc:sldMk cId="2993328945" sldId="335"/>
        </pc:sldMkLst>
        <pc:spChg chg="add del mod">
          <ac:chgData name="Syed Zulqadar Hassan" userId="bb151c9adcbd665f" providerId="LiveId" clId="{8FD4BF73-FD57-44AD-9E5D-594F7AFD93A8}" dt="2025-03-23T16:55:30.652" v="125" actId="22"/>
          <ac:spMkLst>
            <pc:docMk/>
            <pc:sldMk cId="2993328945" sldId="335"/>
            <ac:spMk id="3" creationId="{754E3630-891A-B745-939A-C861E142AFD7}"/>
          </ac:spMkLst>
        </pc:spChg>
        <pc:spChg chg="mod">
          <ac:chgData name="Syed Zulqadar Hassan" userId="bb151c9adcbd665f" providerId="LiveId" clId="{8FD4BF73-FD57-44AD-9E5D-594F7AFD93A8}" dt="2025-03-23T16:55:19.450" v="124"/>
          <ac:spMkLst>
            <pc:docMk/>
            <pc:sldMk cId="2993328945" sldId="335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6:55:10.737" v="123" actId="478"/>
          <ac:picMkLst>
            <pc:docMk/>
            <pc:sldMk cId="2993328945" sldId="335"/>
            <ac:picMk id="5" creationId="{F583BBE0-608C-71C4-BC0C-273BBCD3026D}"/>
          </ac:picMkLst>
        </pc:picChg>
        <pc:picChg chg="add mod ord">
          <ac:chgData name="Syed Zulqadar Hassan" userId="bb151c9adcbd665f" providerId="LiveId" clId="{8FD4BF73-FD57-44AD-9E5D-594F7AFD93A8}" dt="2025-03-23T16:55:34.709" v="127" actId="14100"/>
          <ac:picMkLst>
            <pc:docMk/>
            <pc:sldMk cId="2993328945" sldId="335"/>
            <ac:picMk id="6" creationId="{0BF22EFE-67B6-6A05-6903-BB2CA1E53C0C}"/>
          </ac:picMkLst>
        </pc:picChg>
        <pc:picChg chg="add mod">
          <ac:chgData name="Syed Zulqadar Hassan" userId="bb151c9adcbd665f" providerId="LiveId" clId="{8FD4BF73-FD57-44AD-9E5D-594F7AFD93A8}" dt="2025-03-23T16:55:52" v="130" actId="14100"/>
          <ac:picMkLst>
            <pc:docMk/>
            <pc:sldMk cId="2993328945" sldId="335"/>
            <ac:picMk id="8" creationId="{1219F01A-AED5-F88E-65D6-628AE6A15DCA}"/>
          </ac:picMkLst>
        </pc:picChg>
      </pc:sldChg>
      <pc:sldChg chg="addSp delSp modSp add mod">
        <pc:chgData name="Syed Zulqadar Hassan" userId="bb151c9adcbd665f" providerId="LiveId" clId="{8FD4BF73-FD57-44AD-9E5D-594F7AFD93A8}" dt="2025-03-23T16:56:10.013" v="136" actId="14100"/>
        <pc:sldMkLst>
          <pc:docMk/>
          <pc:sldMk cId="1996806935" sldId="336"/>
        </pc:sldMkLst>
        <pc:spChg chg="add del mod">
          <ac:chgData name="Syed Zulqadar Hassan" userId="bb151c9adcbd665f" providerId="LiveId" clId="{8FD4BF73-FD57-44AD-9E5D-594F7AFD93A8}" dt="2025-03-23T16:56:07.095" v="134" actId="22"/>
          <ac:spMkLst>
            <pc:docMk/>
            <pc:sldMk cId="1996806935" sldId="336"/>
            <ac:spMk id="3" creationId="{7DD68E8D-E322-2106-5370-375F5867EA6F}"/>
          </ac:spMkLst>
        </pc:spChg>
        <pc:picChg chg="add mod ord">
          <ac:chgData name="Syed Zulqadar Hassan" userId="bb151c9adcbd665f" providerId="LiveId" clId="{8FD4BF73-FD57-44AD-9E5D-594F7AFD93A8}" dt="2025-03-23T16:56:10.013" v="136" actId="14100"/>
          <ac:picMkLst>
            <pc:docMk/>
            <pc:sldMk cId="1996806935" sldId="336"/>
            <ac:picMk id="5" creationId="{113B3D09-B9D5-2B86-A73C-13DCA63D6F89}"/>
          </ac:picMkLst>
        </pc:picChg>
        <pc:picChg chg="del">
          <ac:chgData name="Syed Zulqadar Hassan" userId="bb151c9adcbd665f" providerId="LiveId" clId="{8FD4BF73-FD57-44AD-9E5D-594F7AFD93A8}" dt="2025-03-23T16:55:58.808" v="133" actId="478"/>
          <ac:picMkLst>
            <pc:docMk/>
            <pc:sldMk cId="1996806935" sldId="336"/>
            <ac:picMk id="6" creationId="{0BF22EFE-67B6-6A05-6903-BB2CA1E53C0C}"/>
          </ac:picMkLst>
        </pc:picChg>
        <pc:picChg chg="del">
          <ac:chgData name="Syed Zulqadar Hassan" userId="bb151c9adcbd665f" providerId="LiveId" clId="{8FD4BF73-FD57-44AD-9E5D-594F7AFD93A8}" dt="2025-03-23T16:55:58.279" v="132" actId="478"/>
          <ac:picMkLst>
            <pc:docMk/>
            <pc:sldMk cId="1996806935" sldId="336"/>
            <ac:picMk id="8" creationId="{1219F01A-AED5-F88E-65D6-628AE6A15DCA}"/>
          </ac:picMkLst>
        </pc:picChg>
      </pc:sldChg>
      <pc:sldChg chg="addSp delSp modSp add mod">
        <pc:chgData name="Syed Zulqadar Hassan" userId="bb151c9adcbd665f" providerId="LiveId" clId="{8FD4BF73-FD57-44AD-9E5D-594F7AFD93A8}" dt="2025-03-23T17:00:35.382" v="143" actId="14100"/>
        <pc:sldMkLst>
          <pc:docMk/>
          <pc:sldMk cId="2860742647" sldId="337"/>
        </pc:sldMkLst>
        <pc:spChg chg="add del mod">
          <ac:chgData name="Syed Zulqadar Hassan" userId="bb151c9adcbd665f" providerId="LiveId" clId="{8FD4BF73-FD57-44AD-9E5D-594F7AFD93A8}" dt="2025-03-23T17:00:30.398" v="140" actId="22"/>
          <ac:spMkLst>
            <pc:docMk/>
            <pc:sldMk cId="2860742647" sldId="337"/>
            <ac:spMk id="3" creationId="{F1A88459-834E-849C-EF0D-65D2E3241FEC}"/>
          </ac:spMkLst>
        </pc:spChg>
        <pc:spChg chg="mod">
          <ac:chgData name="Syed Zulqadar Hassan" userId="bb151c9adcbd665f" providerId="LiveId" clId="{8FD4BF73-FD57-44AD-9E5D-594F7AFD93A8}" dt="2025-03-23T17:00:21.190" v="139"/>
          <ac:spMkLst>
            <pc:docMk/>
            <pc:sldMk cId="2860742647" sldId="337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7:00:19.868" v="138" actId="478"/>
          <ac:picMkLst>
            <pc:docMk/>
            <pc:sldMk cId="2860742647" sldId="337"/>
            <ac:picMk id="5" creationId="{113B3D09-B9D5-2B86-A73C-13DCA63D6F89}"/>
          </ac:picMkLst>
        </pc:picChg>
        <pc:picChg chg="add mod ord">
          <ac:chgData name="Syed Zulqadar Hassan" userId="bb151c9adcbd665f" providerId="LiveId" clId="{8FD4BF73-FD57-44AD-9E5D-594F7AFD93A8}" dt="2025-03-23T17:00:35.382" v="143" actId="14100"/>
          <ac:picMkLst>
            <pc:docMk/>
            <pc:sldMk cId="2860742647" sldId="337"/>
            <ac:picMk id="6" creationId="{A7DCEB5E-302B-206D-68DC-1958632F9951}"/>
          </ac:picMkLst>
        </pc:picChg>
      </pc:sldChg>
      <pc:sldChg chg="addSp delSp modSp add mod">
        <pc:chgData name="Syed Zulqadar Hassan" userId="bb151c9adcbd665f" providerId="LiveId" clId="{8FD4BF73-FD57-44AD-9E5D-594F7AFD93A8}" dt="2025-03-23T17:01:46.756" v="152" actId="14100"/>
        <pc:sldMkLst>
          <pc:docMk/>
          <pc:sldMk cId="2255654669" sldId="338"/>
        </pc:sldMkLst>
        <pc:spChg chg="add del mod">
          <ac:chgData name="Syed Zulqadar Hassan" userId="bb151c9adcbd665f" providerId="LiveId" clId="{8FD4BF73-FD57-44AD-9E5D-594F7AFD93A8}" dt="2025-03-23T17:01:27.970" v="147" actId="22"/>
          <ac:spMkLst>
            <pc:docMk/>
            <pc:sldMk cId="2255654669" sldId="338"/>
            <ac:spMk id="3" creationId="{937FA238-CE43-243B-6FFF-3BC86468DD61}"/>
          </ac:spMkLst>
        </pc:spChg>
        <pc:spChg chg="mod">
          <ac:chgData name="Syed Zulqadar Hassan" userId="bb151c9adcbd665f" providerId="LiveId" clId="{8FD4BF73-FD57-44AD-9E5D-594F7AFD93A8}" dt="2025-03-23T17:01:15.702" v="146"/>
          <ac:spMkLst>
            <pc:docMk/>
            <pc:sldMk cId="2255654669" sldId="338"/>
            <ac:spMk id="411650" creationId="{00000000-0000-0000-0000-000000000000}"/>
          </ac:spMkLst>
        </pc:spChg>
        <pc:picChg chg="add mod ord">
          <ac:chgData name="Syed Zulqadar Hassan" userId="bb151c9adcbd665f" providerId="LiveId" clId="{8FD4BF73-FD57-44AD-9E5D-594F7AFD93A8}" dt="2025-03-23T17:01:32.161" v="149" actId="14100"/>
          <ac:picMkLst>
            <pc:docMk/>
            <pc:sldMk cId="2255654669" sldId="338"/>
            <ac:picMk id="5" creationId="{B32DB5F8-AFF5-4BAB-EB65-9AD1468B88E8}"/>
          </ac:picMkLst>
        </pc:picChg>
        <pc:picChg chg="del">
          <ac:chgData name="Syed Zulqadar Hassan" userId="bb151c9adcbd665f" providerId="LiveId" clId="{8FD4BF73-FD57-44AD-9E5D-594F7AFD93A8}" dt="2025-03-23T17:00:38.786" v="145" actId="478"/>
          <ac:picMkLst>
            <pc:docMk/>
            <pc:sldMk cId="2255654669" sldId="338"/>
            <ac:picMk id="6" creationId="{A7DCEB5E-302B-206D-68DC-1958632F9951}"/>
          </ac:picMkLst>
        </pc:picChg>
        <pc:picChg chg="add mod">
          <ac:chgData name="Syed Zulqadar Hassan" userId="bb151c9adcbd665f" providerId="LiveId" clId="{8FD4BF73-FD57-44AD-9E5D-594F7AFD93A8}" dt="2025-03-23T17:01:46.756" v="152" actId="14100"/>
          <ac:picMkLst>
            <pc:docMk/>
            <pc:sldMk cId="2255654669" sldId="338"/>
            <ac:picMk id="8" creationId="{A24EEB2B-2C53-3911-BF2C-E0366436901E}"/>
          </ac:picMkLst>
        </pc:picChg>
      </pc:sldChg>
      <pc:sldChg chg="addSp delSp modSp add mod">
        <pc:chgData name="Syed Zulqadar Hassan" userId="bb151c9adcbd665f" providerId="LiveId" clId="{8FD4BF73-FD57-44AD-9E5D-594F7AFD93A8}" dt="2025-03-23T17:10:06.166" v="159" actId="14100"/>
        <pc:sldMkLst>
          <pc:docMk/>
          <pc:sldMk cId="1192486836" sldId="339"/>
        </pc:sldMkLst>
        <pc:spChg chg="add del mod">
          <ac:chgData name="Syed Zulqadar Hassan" userId="bb151c9adcbd665f" providerId="LiveId" clId="{8FD4BF73-FD57-44AD-9E5D-594F7AFD93A8}" dt="2025-03-23T17:10:02.393" v="157" actId="22"/>
          <ac:spMkLst>
            <pc:docMk/>
            <pc:sldMk cId="1192486836" sldId="339"/>
            <ac:spMk id="3" creationId="{1E4D9412-3849-885D-9B8C-5D7BD7B1EEE5}"/>
          </ac:spMkLst>
        </pc:spChg>
        <pc:spChg chg="mod">
          <ac:chgData name="Syed Zulqadar Hassan" userId="bb151c9adcbd665f" providerId="LiveId" clId="{8FD4BF73-FD57-44AD-9E5D-594F7AFD93A8}" dt="2025-03-23T17:09:49.733" v="154"/>
          <ac:spMkLst>
            <pc:docMk/>
            <pc:sldMk cId="1192486836" sldId="339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7:10:01.229" v="156" actId="478"/>
          <ac:picMkLst>
            <pc:docMk/>
            <pc:sldMk cId="1192486836" sldId="339"/>
            <ac:picMk id="5" creationId="{B32DB5F8-AFF5-4BAB-EB65-9AD1468B88E8}"/>
          </ac:picMkLst>
        </pc:picChg>
        <pc:picChg chg="add mod ord">
          <ac:chgData name="Syed Zulqadar Hassan" userId="bb151c9adcbd665f" providerId="LiveId" clId="{8FD4BF73-FD57-44AD-9E5D-594F7AFD93A8}" dt="2025-03-23T17:10:06.166" v="159" actId="14100"/>
          <ac:picMkLst>
            <pc:docMk/>
            <pc:sldMk cId="1192486836" sldId="339"/>
            <ac:picMk id="6" creationId="{7D7353CF-6DD0-4D85-1EFD-AD9D1DF53C1D}"/>
          </ac:picMkLst>
        </pc:picChg>
        <pc:picChg chg="del">
          <ac:chgData name="Syed Zulqadar Hassan" userId="bb151c9adcbd665f" providerId="LiveId" clId="{8FD4BF73-FD57-44AD-9E5D-594F7AFD93A8}" dt="2025-03-23T17:10:00.836" v="155" actId="478"/>
          <ac:picMkLst>
            <pc:docMk/>
            <pc:sldMk cId="1192486836" sldId="339"/>
            <ac:picMk id="8" creationId="{A24EEB2B-2C53-3911-BF2C-E0366436901E}"/>
          </ac:picMkLst>
        </pc:picChg>
      </pc:sldChg>
      <pc:sldChg chg="addSp delSp modSp add mod">
        <pc:chgData name="Syed Zulqadar Hassan" userId="bb151c9adcbd665f" providerId="LiveId" clId="{8FD4BF73-FD57-44AD-9E5D-594F7AFD93A8}" dt="2025-03-23T17:10:26.624" v="164" actId="14100"/>
        <pc:sldMkLst>
          <pc:docMk/>
          <pc:sldMk cId="1302086583" sldId="340"/>
        </pc:sldMkLst>
        <pc:spChg chg="add del mod">
          <ac:chgData name="Syed Zulqadar Hassan" userId="bb151c9adcbd665f" providerId="LiveId" clId="{8FD4BF73-FD57-44AD-9E5D-594F7AFD93A8}" dt="2025-03-23T17:10:23.206" v="162" actId="22"/>
          <ac:spMkLst>
            <pc:docMk/>
            <pc:sldMk cId="1302086583" sldId="340"/>
            <ac:spMk id="3" creationId="{D2D23F1F-856A-0C1B-EBD7-A60A42CDBD61}"/>
          </ac:spMkLst>
        </pc:spChg>
        <pc:picChg chg="add mod ord">
          <ac:chgData name="Syed Zulqadar Hassan" userId="bb151c9adcbd665f" providerId="LiveId" clId="{8FD4BF73-FD57-44AD-9E5D-594F7AFD93A8}" dt="2025-03-23T17:10:26.624" v="164" actId="14100"/>
          <ac:picMkLst>
            <pc:docMk/>
            <pc:sldMk cId="1302086583" sldId="340"/>
            <ac:picMk id="5" creationId="{A1E30CA8-9E77-4EA2-4454-1CB168075E70}"/>
          </ac:picMkLst>
        </pc:picChg>
        <pc:picChg chg="del">
          <ac:chgData name="Syed Zulqadar Hassan" userId="bb151c9adcbd665f" providerId="LiveId" clId="{8FD4BF73-FD57-44AD-9E5D-594F7AFD93A8}" dt="2025-03-23T17:10:13.792" v="161" actId="478"/>
          <ac:picMkLst>
            <pc:docMk/>
            <pc:sldMk cId="1302086583" sldId="340"/>
            <ac:picMk id="6" creationId="{7D7353CF-6DD0-4D85-1EFD-AD9D1DF53C1D}"/>
          </ac:picMkLst>
        </pc:picChg>
      </pc:sldChg>
      <pc:sldChg chg="addSp delSp modSp add mod">
        <pc:chgData name="Syed Zulqadar Hassan" userId="bb151c9adcbd665f" providerId="LiveId" clId="{8FD4BF73-FD57-44AD-9E5D-594F7AFD93A8}" dt="2025-03-23T17:13:03.117" v="206" actId="1076"/>
        <pc:sldMkLst>
          <pc:docMk/>
          <pc:sldMk cId="703989149" sldId="341"/>
        </pc:sldMkLst>
        <pc:spChg chg="add del mod">
          <ac:chgData name="Syed Zulqadar Hassan" userId="bb151c9adcbd665f" providerId="LiveId" clId="{8FD4BF73-FD57-44AD-9E5D-594F7AFD93A8}" dt="2025-03-23T17:12:49.920" v="203" actId="22"/>
          <ac:spMkLst>
            <pc:docMk/>
            <pc:sldMk cId="703989149" sldId="341"/>
            <ac:spMk id="3" creationId="{C3978644-7F65-CD63-A96C-73C79D0DF42A}"/>
          </ac:spMkLst>
        </pc:spChg>
        <pc:spChg chg="mod">
          <ac:chgData name="Syed Zulqadar Hassan" userId="bb151c9adcbd665f" providerId="LiveId" clId="{8FD4BF73-FD57-44AD-9E5D-594F7AFD93A8}" dt="2025-03-23T17:11:34.581" v="201" actId="14100"/>
          <ac:spMkLst>
            <pc:docMk/>
            <pc:sldMk cId="703989149" sldId="341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7:11:35.949" v="202" actId="478"/>
          <ac:picMkLst>
            <pc:docMk/>
            <pc:sldMk cId="703989149" sldId="341"/>
            <ac:picMk id="5" creationId="{A1E30CA8-9E77-4EA2-4454-1CB168075E70}"/>
          </ac:picMkLst>
        </pc:picChg>
        <pc:picChg chg="add mod ord modCrop">
          <ac:chgData name="Syed Zulqadar Hassan" userId="bb151c9adcbd665f" providerId="LiveId" clId="{8FD4BF73-FD57-44AD-9E5D-594F7AFD93A8}" dt="2025-03-23T17:13:03.117" v="206" actId="1076"/>
          <ac:picMkLst>
            <pc:docMk/>
            <pc:sldMk cId="703989149" sldId="341"/>
            <ac:picMk id="6" creationId="{7D8D15C4-23E6-5CB8-4C79-30A23ADADB42}"/>
          </ac:picMkLst>
        </pc:picChg>
      </pc:sldChg>
      <pc:sldChg chg="addSp delSp modSp add mod">
        <pc:chgData name="Syed Zulqadar Hassan" userId="bb151c9adcbd665f" providerId="LiveId" clId="{8FD4BF73-FD57-44AD-9E5D-594F7AFD93A8}" dt="2025-03-23T17:13:28.544" v="213" actId="1076"/>
        <pc:sldMkLst>
          <pc:docMk/>
          <pc:sldMk cId="2692689992" sldId="342"/>
        </pc:sldMkLst>
        <pc:spChg chg="add del mod">
          <ac:chgData name="Syed Zulqadar Hassan" userId="bb151c9adcbd665f" providerId="LiveId" clId="{8FD4BF73-FD57-44AD-9E5D-594F7AFD93A8}" dt="2025-03-23T17:13:19.334" v="209" actId="22"/>
          <ac:spMkLst>
            <pc:docMk/>
            <pc:sldMk cId="2692689992" sldId="342"/>
            <ac:spMk id="3" creationId="{90240275-08A6-46A5-C502-DBAB02707C47}"/>
          </ac:spMkLst>
        </pc:spChg>
        <pc:picChg chg="add mod ord">
          <ac:chgData name="Syed Zulqadar Hassan" userId="bb151c9adcbd665f" providerId="LiveId" clId="{8FD4BF73-FD57-44AD-9E5D-594F7AFD93A8}" dt="2025-03-23T17:13:28.544" v="213" actId="1076"/>
          <ac:picMkLst>
            <pc:docMk/>
            <pc:sldMk cId="2692689992" sldId="342"/>
            <ac:picMk id="5" creationId="{584F28F4-684B-4237-938E-4F03C43DFFFF}"/>
          </ac:picMkLst>
        </pc:picChg>
        <pc:picChg chg="del">
          <ac:chgData name="Syed Zulqadar Hassan" userId="bb151c9adcbd665f" providerId="LiveId" clId="{8FD4BF73-FD57-44AD-9E5D-594F7AFD93A8}" dt="2025-03-23T17:13:08.332" v="208" actId="478"/>
          <ac:picMkLst>
            <pc:docMk/>
            <pc:sldMk cId="2692689992" sldId="342"/>
            <ac:picMk id="6" creationId="{7D8D15C4-23E6-5CB8-4C79-30A23ADADB42}"/>
          </ac:picMkLst>
        </pc:picChg>
      </pc:sldChg>
      <pc:sldChg chg="addSp delSp modSp add mod">
        <pc:chgData name="Syed Zulqadar Hassan" userId="bb151c9adcbd665f" providerId="LiveId" clId="{8FD4BF73-FD57-44AD-9E5D-594F7AFD93A8}" dt="2025-03-23T17:14:49.151" v="225" actId="1076"/>
        <pc:sldMkLst>
          <pc:docMk/>
          <pc:sldMk cId="1937455680" sldId="343"/>
        </pc:sldMkLst>
        <pc:spChg chg="add del mod">
          <ac:chgData name="Syed Zulqadar Hassan" userId="bb151c9adcbd665f" providerId="LiveId" clId="{8FD4BF73-FD57-44AD-9E5D-594F7AFD93A8}" dt="2025-03-23T17:14:38.841" v="218" actId="22"/>
          <ac:spMkLst>
            <pc:docMk/>
            <pc:sldMk cId="1937455680" sldId="343"/>
            <ac:spMk id="3" creationId="{21C9531D-DC86-C302-4558-8C7E44B8930F}"/>
          </ac:spMkLst>
        </pc:spChg>
        <pc:spChg chg="mod">
          <ac:chgData name="Syed Zulqadar Hassan" userId="bb151c9adcbd665f" providerId="LiveId" clId="{8FD4BF73-FD57-44AD-9E5D-594F7AFD93A8}" dt="2025-03-23T17:14:46.310" v="222" actId="27636"/>
          <ac:spMkLst>
            <pc:docMk/>
            <pc:sldMk cId="1937455680" sldId="343"/>
            <ac:spMk id="411650" creationId="{00000000-0000-0000-0000-000000000000}"/>
          </ac:spMkLst>
        </pc:spChg>
        <pc:picChg chg="del">
          <ac:chgData name="Syed Zulqadar Hassan" userId="bb151c9adcbd665f" providerId="LiveId" clId="{8FD4BF73-FD57-44AD-9E5D-594F7AFD93A8}" dt="2025-03-23T17:14:36.991" v="215" actId="478"/>
          <ac:picMkLst>
            <pc:docMk/>
            <pc:sldMk cId="1937455680" sldId="343"/>
            <ac:picMk id="5" creationId="{584F28F4-684B-4237-938E-4F03C43DFFFF}"/>
          </ac:picMkLst>
        </pc:picChg>
        <pc:picChg chg="add del">
          <ac:chgData name="Syed Zulqadar Hassan" userId="bb151c9adcbd665f" providerId="LiveId" clId="{8FD4BF73-FD57-44AD-9E5D-594F7AFD93A8}" dt="2025-03-23T17:14:38.261" v="217" actId="22"/>
          <ac:picMkLst>
            <pc:docMk/>
            <pc:sldMk cId="1937455680" sldId="343"/>
            <ac:picMk id="6" creationId="{D4616834-1414-5A5E-F872-247A0E7B2F5C}"/>
          </ac:picMkLst>
        </pc:picChg>
        <pc:picChg chg="add mod ord">
          <ac:chgData name="Syed Zulqadar Hassan" userId="bb151c9adcbd665f" providerId="LiveId" clId="{8FD4BF73-FD57-44AD-9E5D-594F7AFD93A8}" dt="2025-03-23T17:14:49.151" v="225" actId="1076"/>
          <ac:picMkLst>
            <pc:docMk/>
            <pc:sldMk cId="1937455680" sldId="343"/>
            <ac:picMk id="8" creationId="{CAD35192-4CF1-9255-33F8-138544A6CF7C}"/>
          </ac:picMkLst>
        </pc:picChg>
      </pc:sldChg>
      <pc:sldChg chg="addSp delSp modSp add mod">
        <pc:chgData name="Syed Zulqadar Hassan" userId="bb151c9adcbd665f" providerId="LiveId" clId="{8FD4BF73-FD57-44AD-9E5D-594F7AFD93A8}" dt="2025-03-23T17:15:41.042" v="230" actId="14100"/>
        <pc:sldMkLst>
          <pc:docMk/>
          <pc:sldMk cId="1908741892" sldId="344"/>
        </pc:sldMkLst>
        <pc:spChg chg="add del mod">
          <ac:chgData name="Syed Zulqadar Hassan" userId="bb151c9adcbd665f" providerId="LiveId" clId="{8FD4BF73-FD57-44AD-9E5D-594F7AFD93A8}" dt="2025-03-23T17:15:37.554" v="228" actId="22"/>
          <ac:spMkLst>
            <pc:docMk/>
            <pc:sldMk cId="1908741892" sldId="344"/>
            <ac:spMk id="3" creationId="{572E083F-0447-9259-08E8-E406BFC01D49}"/>
          </ac:spMkLst>
        </pc:spChg>
        <pc:picChg chg="add mod ord">
          <ac:chgData name="Syed Zulqadar Hassan" userId="bb151c9adcbd665f" providerId="LiveId" clId="{8FD4BF73-FD57-44AD-9E5D-594F7AFD93A8}" dt="2025-03-23T17:15:41.042" v="230" actId="14100"/>
          <ac:picMkLst>
            <pc:docMk/>
            <pc:sldMk cId="1908741892" sldId="344"/>
            <ac:picMk id="5" creationId="{7E433EFE-DE4D-BB30-37E3-009F67A2E727}"/>
          </ac:picMkLst>
        </pc:picChg>
        <pc:picChg chg="del">
          <ac:chgData name="Syed Zulqadar Hassan" userId="bb151c9adcbd665f" providerId="LiveId" clId="{8FD4BF73-FD57-44AD-9E5D-594F7AFD93A8}" dt="2025-03-23T17:14:51.744" v="227" actId="478"/>
          <ac:picMkLst>
            <pc:docMk/>
            <pc:sldMk cId="1908741892" sldId="344"/>
            <ac:picMk id="8" creationId="{CAD35192-4CF1-9255-33F8-138544A6CF7C}"/>
          </ac:picMkLst>
        </pc:picChg>
      </pc:sldChg>
      <pc:sldChg chg="addSp delSp modSp add mod">
        <pc:chgData name="Syed Zulqadar Hassan" userId="bb151c9adcbd665f" providerId="LiveId" clId="{8FD4BF73-FD57-44AD-9E5D-594F7AFD93A8}" dt="2025-03-23T17:15:56.663" v="235" actId="14100"/>
        <pc:sldMkLst>
          <pc:docMk/>
          <pc:sldMk cId="3787510908" sldId="345"/>
        </pc:sldMkLst>
        <pc:spChg chg="add del mod">
          <ac:chgData name="Syed Zulqadar Hassan" userId="bb151c9adcbd665f" providerId="LiveId" clId="{8FD4BF73-FD57-44AD-9E5D-594F7AFD93A8}" dt="2025-03-23T17:15:53.520" v="233" actId="22"/>
          <ac:spMkLst>
            <pc:docMk/>
            <pc:sldMk cId="3787510908" sldId="345"/>
            <ac:spMk id="3" creationId="{5FACBDC1-EA64-945B-DF8E-A3D3750C2CCE}"/>
          </ac:spMkLst>
        </pc:spChg>
        <pc:picChg chg="del">
          <ac:chgData name="Syed Zulqadar Hassan" userId="bb151c9adcbd665f" providerId="LiveId" clId="{8FD4BF73-FD57-44AD-9E5D-594F7AFD93A8}" dt="2025-03-23T17:15:44.123" v="232" actId="478"/>
          <ac:picMkLst>
            <pc:docMk/>
            <pc:sldMk cId="3787510908" sldId="345"/>
            <ac:picMk id="5" creationId="{7E433EFE-DE4D-BB30-37E3-009F67A2E727}"/>
          </ac:picMkLst>
        </pc:picChg>
        <pc:picChg chg="add mod ord">
          <ac:chgData name="Syed Zulqadar Hassan" userId="bb151c9adcbd665f" providerId="LiveId" clId="{8FD4BF73-FD57-44AD-9E5D-594F7AFD93A8}" dt="2025-03-23T17:15:56.663" v="235" actId="14100"/>
          <ac:picMkLst>
            <pc:docMk/>
            <pc:sldMk cId="3787510908" sldId="345"/>
            <ac:picMk id="6" creationId="{6EBBC811-499C-BE0C-210B-C5CE4E751F7C}"/>
          </ac:picMkLst>
        </pc:picChg>
      </pc:sldChg>
      <pc:sldChg chg="addSp delSp modSp add mod">
        <pc:chgData name="Syed Zulqadar Hassan" userId="bb151c9adcbd665f" providerId="LiveId" clId="{8FD4BF73-FD57-44AD-9E5D-594F7AFD93A8}" dt="2025-03-23T17:22:40.924" v="253" actId="14100"/>
        <pc:sldMkLst>
          <pc:docMk/>
          <pc:sldMk cId="2550503463" sldId="346"/>
        </pc:sldMkLst>
        <pc:spChg chg="add del mod">
          <ac:chgData name="Syed Zulqadar Hassan" userId="bb151c9adcbd665f" providerId="LiveId" clId="{8FD4BF73-FD57-44AD-9E5D-594F7AFD93A8}" dt="2025-03-23T17:22:36.324" v="251" actId="22"/>
          <ac:spMkLst>
            <pc:docMk/>
            <pc:sldMk cId="2550503463" sldId="346"/>
            <ac:spMk id="3" creationId="{6A961337-F7F6-FE17-CD48-40466427E5F1}"/>
          </ac:spMkLst>
        </pc:spChg>
        <pc:spChg chg="mod">
          <ac:chgData name="Syed Zulqadar Hassan" userId="bb151c9adcbd665f" providerId="LiveId" clId="{8FD4BF73-FD57-44AD-9E5D-594F7AFD93A8}" dt="2025-03-23T17:22:09.121" v="249" actId="20577"/>
          <ac:spMkLst>
            <pc:docMk/>
            <pc:sldMk cId="2550503463" sldId="346"/>
            <ac:spMk id="411650" creationId="{00000000-0000-0000-0000-000000000000}"/>
          </ac:spMkLst>
        </pc:spChg>
        <pc:picChg chg="add mod ord">
          <ac:chgData name="Syed Zulqadar Hassan" userId="bb151c9adcbd665f" providerId="LiveId" clId="{8FD4BF73-FD57-44AD-9E5D-594F7AFD93A8}" dt="2025-03-23T17:22:40.924" v="253" actId="14100"/>
          <ac:picMkLst>
            <pc:docMk/>
            <pc:sldMk cId="2550503463" sldId="346"/>
            <ac:picMk id="5" creationId="{485FCF43-D57E-65FB-0E9C-76E1A7AAA08D}"/>
          </ac:picMkLst>
        </pc:picChg>
        <pc:picChg chg="del">
          <ac:chgData name="Syed Zulqadar Hassan" userId="bb151c9adcbd665f" providerId="LiveId" clId="{8FD4BF73-FD57-44AD-9E5D-594F7AFD93A8}" dt="2025-03-23T17:22:10.720" v="250" actId="478"/>
          <ac:picMkLst>
            <pc:docMk/>
            <pc:sldMk cId="2550503463" sldId="346"/>
            <ac:picMk id="6" creationId="{6EBBC811-499C-BE0C-210B-C5CE4E751F7C}"/>
          </ac:picMkLst>
        </pc:picChg>
      </pc:sldChg>
      <pc:sldChg chg="addSp delSp modSp add mod">
        <pc:chgData name="Syed Zulqadar Hassan" userId="bb151c9adcbd665f" providerId="LiveId" clId="{8FD4BF73-FD57-44AD-9E5D-594F7AFD93A8}" dt="2025-03-23T17:23:11.862" v="258" actId="14100"/>
        <pc:sldMkLst>
          <pc:docMk/>
          <pc:sldMk cId="16715244" sldId="347"/>
        </pc:sldMkLst>
        <pc:spChg chg="add del mod">
          <ac:chgData name="Syed Zulqadar Hassan" userId="bb151c9adcbd665f" providerId="LiveId" clId="{8FD4BF73-FD57-44AD-9E5D-594F7AFD93A8}" dt="2025-03-23T17:23:07.477" v="256" actId="22"/>
          <ac:spMkLst>
            <pc:docMk/>
            <pc:sldMk cId="16715244" sldId="347"/>
            <ac:spMk id="3" creationId="{299A89C7-4059-1183-AC8F-29DBD5FFB8EC}"/>
          </ac:spMkLst>
        </pc:spChg>
        <pc:picChg chg="del">
          <ac:chgData name="Syed Zulqadar Hassan" userId="bb151c9adcbd665f" providerId="LiveId" clId="{8FD4BF73-FD57-44AD-9E5D-594F7AFD93A8}" dt="2025-03-23T17:22:43.482" v="255" actId="478"/>
          <ac:picMkLst>
            <pc:docMk/>
            <pc:sldMk cId="16715244" sldId="347"/>
            <ac:picMk id="5" creationId="{485FCF43-D57E-65FB-0E9C-76E1A7AAA08D}"/>
          </ac:picMkLst>
        </pc:picChg>
        <pc:picChg chg="add mod ord">
          <ac:chgData name="Syed Zulqadar Hassan" userId="bb151c9adcbd665f" providerId="LiveId" clId="{8FD4BF73-FD57-44AD-9E5D-594F7AFD93A8}" dt="2025-03-23T17:23:11.862" v="258" actId="14100"/>
          <ac:picMkLst>
            <pc:docMk/>
            <pc:sldMk cId="16715244" sldId="347"/>
            <ac:picMk id="6" creationId="{EBDA6F06-6966-400C-9B97-F913B0B0775C}"/>
          </ac:picMkLst>
        </pc:picChg>
      </pc:sldChg>
      <pc:sldMasterChg chg="delSldLayout">
        <pc:chgData name="Syed Zulqadar Hassan" userId="bb151c9adcbd665f" providerId="LiveId" clId="{8FD4BF73-FD57-44AD-9E5D-594F7AFD93A8}" dt="2025-03-23T17:10:56.482" v="166" actId="47"/>
        <pc:sldMasterMkLst>
          <pc:docMk/>
          <pc:sldMasterMk cId="0" sldId="2147483667"/>
        </pc:sldMasterMkLst>
        <pc:sldLayoutChg chg="del">
          <pc:chgData name="Syed Zulqadar Hassan" userId="bb151c9adcbd665f" providerId="LiveId" clId="{8FD4BF73-FD57-44AD-9E5D-594F7AFD93A8}" dt="2025-03-23T17:10:56.482" v="166" actId="47"/>
          <pc:sldLayoutMkLst>
            <pc:docMk/>
            <pc:sldMasterMk cId="0" sldId="2147483667"/>
            <pc:sldLayoutMk cId="0" sldId="2147483679"/>
          </pc:sldLayoutMkLst>
        </pc:sldLayoutChg>
        <pc:sldLayoutChg chg="del">
          <pc:chgData name="Syed Zulqadar Hassan" userId="bb151c9adcbd665f" providerId="LiveId" clId="{8FD4BF73-FD57-44AD-9E5D-594F7AFD93A8}" dt="2025-03-23T17:10:56.482" v="166" actId="47"/>
          <pc:sldLayoutMkLst>
            <pc:docMk/>
            <pc:sldMasterMk cId="0" sldId="2147483667"/>
            <pc:sldLayoutMk cId="0" sldId="2147483680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607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607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351016C-313E-49F8-8ED3-9D017989AC22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754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GB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854751A-35BF-4E04-8994-693AE1EA44F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3267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668F691-1B6A-4E3C-98BA-1CDCE84BD37D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77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2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891881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3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3946086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4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2443594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5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346737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6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9785615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7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19380518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8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38503526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9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236668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10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36736734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11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13405898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12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4644717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13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42102632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14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13509371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15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24356672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16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274340755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17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30782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18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1117872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19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11648292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20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5469472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1CD4D4-CC81-42ED-84C3-8955C7726878}" type="slidenum">
              <a:rPr lang="en-GB"/>
              <a:pPr/>
              <a:t>21</a:t>
            </a:fld>
            <a:endParaRPr lang="en-GB"/>
          </a:p>
        </p:txBody>
      </p:sp>
      <p:sp>
        <p:nvSpPr>
          <p:cNvPr id="412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2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Char char="•"/>
            </a:pPr>
            <a:r>
              <a:rPr lang="en-GB"/>
              <a:t>Demorgan’s Theorems can be applied to expressions having any number of variables</a:t>
            </a:r>
          </a:p>
          <a:p>
            <a:pPr>
              <a:buFontTx/>
              <a:buChar char="•"/>
            </a:pPr>
            <a:r>
              <a:rPr lang="en-GB"/>
              <a:t>Demorgan’s Theorem can be applied to a combination of other variables</a:t>
            </a:r>
          </a:p>
        </p:txBody>
      </p:sp>
    </p:spTree>
    <p:extLst>
      <p:ext uri="{BB962C8B-B14F-4D97-AF65-F5344CB8AC3E}">
        <p14:creationId xmlns:p14="http://schemas.microsoft.com/office/powerpoint/2010/main" val="1164714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F8701-A538-4F08-90F1-CC107409BA9B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  <p:sldLayoutId id="2147483674" r:id="rId7"/>
    <p:sldLayoutId id="2147483675" r:id="rId8"/>
    <p:sldLayoutId id="2147483676" r:id="rId9"/>
    <p:sldLayoutId id="2147483677" r:id="rId10"/>
    <p:sldLayoutId id="2147483678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8"/>
          <p:cNvSpPr txBox="1">
            <a:spLocks noChangeArrowheads="1"/>
          </p:cNvSpPr>
          <p:nvPr/>
        </p:nvSpPr>
        <p:spPr bwMode="auto">
          <a:xfrm>
            <a:off x="990600" y="1568450"/>
            <a:ext cx="7010400" cy="1231106"/>
          </a:xfrm>
          <a:prstGeom prst="rect">
            <a:avLst/>
          </a:prstGeom>
          <a:noFill/>
          <a:ln w="0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latin typeface="Folio"/>
              </a:rPr>
              <a:t>Digital Logic &amp; Design</a:t>
            </a:r>
          </a:p>
          <a:p>
            <a:pPr>
              <a:spcBef>
                <a:spcPct val="50000"/>
              </a:spcBef>
            </a:pPr>
            <a:endParaRPr lang="en-US" sz="2800" dirty="0"/>
          </a:p>
        </p:txBody>
      </p:sp>
      <p:sp>
        <p:nvSpPr>
          <p:cNvPr id="29699" name="TextBox 2"/>
          <p:cNvSpPr txBox="1">
            <a:spLocks noChangeArrowheads="1"/>
          </p:cNvSpPr>
          <p:nvPr/>
        </p:nvSpPr>
        <p:spPr bwMode="auto">
          <a:xfrm>
            <a:off x="5083891" y="6400800"/>
            <a:ext cx="407034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800" dirty="0"/>
              <a:t>Copyrights: Dr Syed Zulqadar Hassan</a:t>
            </a:r>
          </a:p>
        </p:txBody>
      </p:sp>
      <p:sp>
        <p:nvSpPr>
          <p:cNvPr id="29700" name="TextBox 3"/>
          <p:cNvSpPr txBox="1">
            <a:spLocks noChangeArrowheads="1"/>
          </p:cNvSpPr>
          <p:nvPr/>
        </p:nvSpPr>
        <p:spPr bwMode="auto">
          <a:xfrm>
            <a:off x="2590800" y="3073400"/>
            <a:ext cx="37338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dirty="0"/>
              <a:t>Chapter 1,2, 3</a:t>
            </a:r>
            <a:br>
              <a:rPr lang="en-US" dirty="0"/>
            </a:br>
            <a:r>
              <a:rPr lang="en-US" dirty="0"/>
              <a:t>Extra Slides</a:t>
            </a:r>
          </a:p>
          <a:p>
            <a:endParaRPr lang="en-US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GB" sz="3800" b="0" dirty="0">
                <a:latin typeface="Arial" pitchFamily="34" charset="0"/>
                <a:cs typeface="Arial" pitchFamily="34" charset="0"/>
              </a:rPr>
              <a:t>Binary Digits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5D2599-1A4C-D4C4-9C8B-2E24B57D89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38400" y="1219200"/>
            <a:ext cx="3508838" cy="4724400"/>
          </a:xfrm>
        </p:spPr>
      </p:pic>
    </p:spTree>
    <p:extLst>
      <p:ext uri="{BB962C8B-B14F-4D97-AF65-F5344CB8AC3E}">
        <p14:creationId xmlns:p14="http://schemas.microsoft.com/office/powerpoint/2010/main" val="2272383913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GB" sz="3800" b="0" dirty="0">
                <a:latin typeface="Arial" pitchFamily="34" charset="0"/>
                <a:cs typeface="Arial" pitchFamily="34" charset="0"/>
              </a:rPr>
              <a:t>Waveform Characteristics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2DD37CB-45F0-88BC-26EC-32EEF342BC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03984" y="1143000"/>
            <a:ext cx="4936032" cy="3048000"/>
          </a:xfrm>
        </p:spPr>
      </p:pic>
    </p:spTree>
    <p:extLst>
      <p:ext uri="{BB962C8B-B14F-4D97-AF65-F5344CB8AC3E}">
        <p14:creationId xmlns:p14="http://schemas.microsoft.com/office/powerpoint/2010/main" val="2550039953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GB" sz="3800" b="0" dirty="0">
                <a:latin typeface="Arial" pitchFamily="34" charset="0"/>
                <a:cs typeface="Arial" pitchFamily="34" charset="0"/>
              </a:rPr>
              <a:t>Waveform Characteristics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F4759F-72BE-E4FC-1312-E184F81ADD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3400" y="762000"/>
            <a:ext cx="7239000" cy="5892906"/>
          </a:xfrm>
        </p:spPr>
      </p:pic>
    </p:spTree>
    <p:extLst>
      <p:ext uri="{BB962C8B-B14F-4D97-AF65-F5344CB8AC3E}">
        <p14:creationId xmlns:p14="http://schemas.microsoft.com/office/powerpoint/2010/main" val="3854290952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229600" cy="533400"/>
          </a:xfrm>
        </p:spPr>
        <p:txBody>
          <a:bodyPr>
            <a:normAutofit fontScale="90000"/>
          </a:bodyPr>
          <a:lstStyle/>
          <a:p>
            <a:r>
              <a:rPr lang="en-GB" sz="3800" b="0" dirty="0">
                <a:latin typeface="Arial" pitchFamily="34" charset="0"/>
                <a:cs typeface="Arial" pitchFamily="34" charset="0"/>
              </a:rPr>
              <a:t>Timing Diagrams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A570EF8-B21B-661D-A07E-AAB3306506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07578" y="990600"/>
            <a:ext cx="8905043" cy="3962400"/>
          </a:xfrm>
        </p:spPr>
      </p:pic>
    </p:spTree>
    <p:extLst>
      <p:ext uri="{BB962C8B-B14F-4D97-AF65-F5344CB8AC3E}">
        <p14:creationId xmlns:p14="http://schemas.microsoft.com/office/powerpoint/2010/main" val="4162658993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Arithmetic Operations with Signed Numbers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AAAC80-A04D-9AF4-B6D9-8EF0F81A2F2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914400"/>
            <a:ext cx="5562600" cy="5729101"/>
          </a:xfrm>
        </p:spPr>
      </p:pic>
    </p:spTree>
    <p:extLst>
      <p:ext uri="{BB962C8B-B14F-4D97-AF65-F5344CB8AC3E}">
        <p14:creationId xmlns:p14="http://schemas.microsoft.com/office/powerpoint/2010/main" val="269813559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Signed Numbers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C27974B-8876-759A-01C1-AC53C75909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5385" y="838200"/>
            <a:ext cx="8398215" cy="5334000"/>
          </a:xfrm>
        </p:spPr>
      </p:pic>
    </p:spTree>
    <p:extLst>
      <p:ext uri="{BB962C8B-B14F-4D97-AF65-F5344CB8AC3E}">
        <p14:creationId xmlns:p14="http://schemas.microsoft.com/office/powerpoint/2010/main" val="339798002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Signed Numbers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583BBE0-608C-71C4-BC0C-273BBCD302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775137"/>
            <a:ext cx="7848600" cy="5750459"/>
          </a:xfrm>
        </p:spPr>
      </p:pic>
    </p:spTree>
    <p:extLst>
      <p:ext uri="{BB962C8B-B14F-4D97-AF65-F5344CB8AC3E}">
        <p14:creationId xmlns:p14="http://schemas.microsoft.com/office/powerpoint/2010/main" val="223996899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Binary Coded Decimal (BCD)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F22EFE-67B6-6A05-6903-BB2CA1E53C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0717" y="914400"/>
            <a:ext cx="8500054" cy="16764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19F01A-AED5-F88E-65D6-628AE6A15D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738" y="2588833"/>
            <a:ext cx="7530662" cy="411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328945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Binary Coded Decimal (BCD)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13B3D09-B9D5-2B86-A73C-13DCA63D6F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81000" y="977775"/>
            <a:ext cx="8237920" cy="3746625"/>
          </a:xfrm>
        </p:spPr>
      </p:pic>
    </p:spTree>
    <p:extLst>
      <p:ext uri="{BB962C8B-B14F-4D97-AF65-F5344CB8AC3E}">
        <p14:creationId xmlns:p14="http://schemas.microsoft.com/office/powerpoint/2010/main" val="1996806935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The Gray Code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DCEB5E-302B-206D-68DC-1958632F99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18090" y="914400"/>
            <a:ext cx="8498618" cy="4038600"/>
          </a:xfrm>
        </p:spPr>
      </p:pic>
    </p:spTree>
    <p:extLst>
      <p:ext uri="{BB962C8B-B14F-4D97-AF65-F5344CB8AC3E}">
        <p14:creationId xmlns:p14="http://schemas.microsoft.com/office/powerpoint/2010/main" val="2860742647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Binary-to-Gray Code Conversion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32DB5F8-AFF5-4BAB-EB65-9AD1468B88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399" y="914400"/>
            <a:ext cx="8801331" cy="1981200"/>
          </a:xfr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4EEB2B-2C53-3911-BF2C-E036643690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3124200"/>
            <a:ext cx="7977762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65466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Gray-to-Binary Code Conversion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7353CF-6DD0-4D85-1EFD-AD9D1DF53C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599" y="985396"/>
            <a:ext cx="8800417" cy="3967604"/>
          </a:xfrm>
        </p:spPr>
      </p:pic>
    </p:spTree>
    <p:extLst>
      <p:ext uri="{BB962C8B-B14F-4D97-AF65-F5344CB8AC3E}">
        <p14:creationId xmlns:p14="http://schemas.microsoft.com/office/powerpoint/2010/main" val="119248683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Gray-to-Binary Code Conversion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E30CA8-9E77-4EA2-4454-1CB168075E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838200"/>
            <a:ext cx="7848600" cy="5635446"/>
          </a:xfrm>
        </p:spPr>
      </p:pic>
    </p:spTree>
    <p:extLst>
      <p:ext uri="{BB962C8B-B14F-4D97-AF65-F5344CB8AC3E}">
        <p14:creationId xmlns:p14="http://schemas.microsoft.com/office/powerpoint/2010/main" val="130208658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9906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ASCII (American Standard Code for Information Interchange)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D8D15C4-23E6-5CB8-4C79-30A23ADADB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r="5407"/>
          <a:stretch/>
        </p:blipFill>
        <p:spPr>
          <a:xfrm rot="5400000">
            <a:off x="1363214" y="1850577"/>
            <a:ext cx="5625409" cy="4389437"/>
          </a:xfrm>
        </p:spPr>
      </p:pic>
    </p:spTree>
    <p:extLst>
      <p:ext uri="{BB962C8B-B14F-4D97-AF65-F5344CB8AC3E}">
        <p14:creationId xmlns:p14="http://schemas.microsoft.com/office/powerpoint/2010/main" val="70398914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9906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ASCII (American Standard Code for Information Interchange)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4F28F4-684B-4237-938E-4F03C43DFF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 rot="5400000">
            <a:off x="1935035" y="1430538"/>
            <a:ext cx="5502530" cy="4953000"/>
          </a:xfrm>
        </p:spPr>
      </p:pic>
    </p:spTree>
    <p:extLst>
      <p:ext uri="{BB962C8B-B14F-4D97-AF65-F5344CB8AC3E}">
        <p14:creationId xmlns:p14="http://schemas.microsoft.com/office/powerpoint/2010/main" val="2692689992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Parity Method for Error Detection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CAD35192-4CF1-9255-33F8-138544A6C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52600" y="914400"/>
            <a:ext cx="4648200" cy="5644244"/>
          </a:xfrm>
        </p:spPr>
      </p:pic>
    </p:spTree>
    <p:extLst>
      <p:ext uri="{BB962C8B-B14F-4D97-AF65-F5344CB8AC3E}">
        <p14:creationId xmlns:p14="http://schemas.microsoft.com/office/powerpoint/2010/main" val="1937455680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Parity Method for Error Detection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433EFE-DE4D-BB30-37E3-009F67A2E7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57503" y="990600"/>
            <a:ext cx="8744855" cy="4572000"/>
          </a:xfrm>
        </p:spPr>
      </p:pic>
    </p:spTree>
    <p:extLst>
      <p:ext uri="{BB962C8B-B14F-4D97-AF65-F5344CB8AC3E}">
        <p14:creationId xmlns:p14="http://schemas.microsoft.com/office/powerpoint/2010/main" val="1908741892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Parity Method for Error Detection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EBBC811-499C-BE0C-210B-C5CE4E751F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799" y="914400"/>
            <a:ext cx="8220913" cy="4419600"/>
          </a:xfrm>
        </p:spPr>
      </p:pic>
    </p:spTree>
    <p:extLst>
      <p:ext uri="{BB962C8B-B14F-4D97-AF65-F5344CB8AC3E}">
        <p14:creationId xmlns:p14="http://schemas.microsoft.com/office/powerpoint/2010/main" val="3787510908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Problems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5FCF43-D57E-65FB-0E9C-76E1A7AAA0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04799" y="763518"/>
            <a:ext cx="8700131" cy="2817882"/>
          </a:xfrm>
        </p:spPr>
      </p:pic>
    </p:spTree>
    <p:extLst>
      <p:ext uri="{BB962C8B-B14F-4D97-AF65-F5344CB8AC3E}">
        <p14:creationId xmlns:p14="http://schemas.microsoft.com/office/powerpoint/2010/main" val="255050346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65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915400" cy="533400"/>
          </a:xfrm>
        </p:spPr>
        <p:txBody>
          <a:bodyPr>
            <a:normAutofit fontScale="90000"/>
          </a:bodyPr>
          <a:lstStyle/>
          <a:p>
            <a:r>
              <a:rPr lang="en-US" sz="3800" b="0" dirty="0">
                <a:latin typeface="Arial" pitchFamily="34" charset="0"/>
                <a:cs typeface="Arial" pitchFamily="34" charset="0"/>
              </a:rPr>
              <a:t>Problems</a:t>
            </a:r>
            <a:endParaRPr lang="en-GB" sz="3800" b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BDA6F06-6966-400C-9B97-F913B0B07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52400" y="764628"/>
            <a:ext cx="8826990" cy="3426372"/>
          </a:xfrm>
        </p:spPr>
      </p:pic>
    </p:spTree>
    <p:extLst>
      <p:ext uri="{BB962C8B-B14F-4D97-AF65-F5344CB8AC3E}">
        <p14:creationId xmlns:p14="http://schemas.microsoft.com/office/powerpoint/2010/main" val="16715244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883" name="Rectangle 3"/>
          <p:cNvSpPr>
            <a:spLocks noGrp="1" noChangeArrowheads="1"/>
          </p:cNvSpPr>
          <p:nvPr>
            <p:ph idx="1"/>
          </p:nvPr>
        </p:nvSpPr>
        <p:spPr>
          <a:xfrm>
            <a:off x="2552700" y="3048000"/>
            <a:ext cx="4038600" cy="5791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GB" sz="3200" b="1" dirty="0"/>
              <a:t>Thank You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14145</TotalTime>
  <Words>576</Words>
  <Application>Microsoft Office PowerPoint</Application>
  <PresentationFormat>On-screen Show (4:3)</PresentationFormat>
  <Paragraphs>85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Folio</vt:lpstr>
      <vt:lpstr>Arial</vt:lpstr>
      <vt:lpstr>Calibri</vt:lpstr>
      <vt:lpstr>Constantia</vt:lpstr>
      <vt:lpstr>Wingdings 2</vt:lpstr>
      <vt:lpstr>Flow</vt:lpstr>
      <vt:lpstr>PowerPoint Presentation</vt:lpstr>
      <vt:lpstr>Binary Digits</vt:lpstr>
      <vt:lpstr>Waveform Characteristics</vt:lpstr>
      <vt:lpstr>Waveform Characteristics</vt:lpstr>
      <vt:lpstr>Timing Diagrams</vt:lpstr>
      <vt:lpstr>Arithmetic Operations with Signed Numbers</vt:lpstr>
      <vt:lpstr>Signed Numbers</vt:lpstr>
      <vt:lpstr>Signed Numbers</vt:lpstr>
      <vt:lpstr>Binary Coded Decimal (BCD)</vt:lpstr>
      <vt:lpstr>Binary Coded Decimal (BCD)</vt:lpstr>
      <vt:lpstr>The Gray Code</vt:lpstr>
      <vt:lpstr>Binary-to-Gray Code Conversion</vt:lpstr>
      <vt:lpstr>Gray-to-Binary Code Conversion</vt:lpstr>
      <vt:lpstr>Gray-to-Binary Code Conversion</vt:lpstr>
      <vt:lpstr>ASCII (American Standard Code for Information Interchange)</vt:lpstr>
      <vt:lpstr>ASCII (American Standard Code for Information Interchange)</vt:lpstr>
      <vt:lpstr>Parity Method for Error Detection</vt:lpstr>
      <vt:lpstr>Parity Method for Error Detection</vt:lpstr>
      <vt:lpstr>Parity Method for Error Detection</vt:lpstr>
      <vt:lpstr>Problems</vt:lpstr>
      <vt:lpstr>Problems</vt:lpstr>
      <vt:lpstr>PowerPoint Presentation</vt:lpstr>
    </vt:vector>
  </TitlesOfParts>
  <Company>NU_FAST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No. 1</dc:title>
  <dc:creator>waseem</dc:creator>
  <cp:lastModifiedBy>Syed Zulqadar Hassan</cp:lastModifiedBy>
  <cp:revision>435</cp:revision>
  <dcterms:created xsi:type="dcterms:W3CDTF">2003-07-15T08:28:34Z</dcterms:created>
  <dcterms:modified xsi:type="dcterms:W3CDTF">2025-03-23T17:33:52Z</dcterms:modified>
</cp:coreProperties>
</file>
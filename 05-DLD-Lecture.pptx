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8" r:id="rId1"/>
  </p:sldMasterIdLst>
  <p:notesMasterIdLst>
    <p:notesMasterId r:id="rId26"/>
  </p:notesMasterIdLst>
  <p:sldIdLst>
    <p:sldId id="256" r:id="rId2"/>
    <p:sldId id="271" r:id="rId3"/>
    <p:sldId id="272" r:id="rId4"/>
    <p:sldId id="273" r:id="rId5"/>
    <p:sldId id="278" r:id="rId6"/>
    <p:sldId id="280" r:id="rId7"/>
    <p:sldId id="282" r:id="rId8"/>
    <p:sldId id="274" r:id="rId9"/>
    <p:sldId id="353" r:id="rId10"/>
    <p:sldId id="275" r:id="rId11"/>
    <p:sldId id="354" r:id="rId12"/>
    <p:sldId id="355" r:id="rId13"/>
    <p:sldId id="356" r:id="rId14"/>
    <p:sldId id="287" r:id="rId15"/>
    <p:sldId id="288" r:id="rId16"/>
    <p:sldId id="289" r:id="rId17"/>
    <p:sldId id="290" r:id="rId18"/>
    <p:sldId id="291" r:id="rId19"/>
    <p:sldId id="350" r:id="rId20"/>
    <p:sldId id="351" r:id="rId21"/>
    <p:sldId id="294" r:id="rId22"/>
    <p:sldId id="295" r:id="rId23"/>
    <p:sldId id="352" r:id="rId24"/>
    <p:sldId id="299" r:id="rId25"/>
  </p:sldIdLst>
  <p:sldSz cx="9144000" cy="6858000" type="screen4x3"/>
  <p:notesSz cx="6858000" cy="9144000"/>
  <p:defaultTextStyle>
    <a:defPPr>
      <a:defRPr lang="en-GB"/>
    </a:defPPr>
    <a:lvl1pPr algn="l" rtl="0" eaLnBrk="0" fontAlgn="base" hangingPunct="0">
      <a:spcBef>
        <a:spcPct val="0"/>
      </a:spcBef>
      <a:spcAft>
        <a:spcPct val="0"/>
      </a:spcAft>
      <a:defRPr sz="32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mn-ea"/>
        <a:cs typeface="+mn-cs"/>
      </a:defRPr>
    </a:lvl5pPr>
    <a:lvl6pPr marL="2286000" algn="l" defTabSz="914400" rtl="0" eaLnBrk="1" latinLnBrk="0" hangingPunct="1">
      <a:defRPr sz="3200" kern="1200">
        <a:solidFill>
          <a:schemeClr val="tx1"/>
        </a:solidFill>
        <a:latin typeface="Arial" panose="020B0604020202020204" pitchFamily="34" charset="0"/>
        <a:ea typeface="+mn-ea"/>
        <a:cs typeface="+mn-cs"/>
      </a:defRPr>
    </a:lvl6pPr>
    <a:lvl7pPr marL="2743200" algn="l" defTabSz="914400" rtl="0" eaLnBrk="1" latinLnBrk="0" hangingPunct="1">
      <a:defRPr sz="3200" kern="1200">
        <a:solidFill>
          <a:schemeClr val="tx1"/>
        </a:solidFill>
        <a:latin typeface="Arial" panose="020B0604020202020204" pitchFamily="34" charset="0"/>
        <a:ea typeface="+mn-ea"/>
        <a:cs typeface="+mn-cs"/>
      </a:defRPr>
    </a:lvl7pPr>
    <a:lvl8pPr marL="3200400" algn="l" defTabSz="914400" rtl="0" eaLnBrk="1" latinLnBrk="0" hangingPunct="1">
      <a:defRPr sz="3200" kern="1200">
        <a:solidFill>
          <a:schemeClr val="tx1"/>
        </a:solidFill>
        <a:latin typeface="Arial" panose="020B0604020202020204" pitchFamily="34" charset="0"/>
        <a:ea typeface="+mn-ea"/>
        <a:cs typeface="+mn-cs"/>
      </a:defRPr>
    </a:lvl8pPr>
    <a:lvl9pPr marL="3657600" algn="l" defTabSz="914400" rtl="0" eaLnBrk="1" latinLnBrk="0" hangingPunct="1">
      <a:defRPr sz="3200"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3300"/>
    <a:srgbClr val="000000"/>
    <a:srgbClr val="FF0000"/>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980" autoAdjust="0"/>
    <p:restoredTop sz="87435" autoAdjust="0"/>
  </p:normalViewPr>
  <p:slideViewPr>
    <p:cSldViewPr>
      <p:cViewPr varScale="1">
        <p:scale>
          <a:sx n="69" d="100"/>
          <a:sy n="69" d="100"/>
        </p:scale>
        <p:origin x="1493" y="5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2028"/>
    </p:cViewPr>
  </p:sorterViewPr>
  <p:notesViewPr>
    <p:cSldViewPr>
      <p:cViewPr varScale="1">
        <p:scale>
          <a:sx n="55" d="100"/>
          <a:sy n="55" d="100"/>
        </p:scale>
        <p:origin x="-1854"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yed Zulqadar Hassan" userId="bb151c9adcbd665f" providerId="LiveId" clId="{684758FB-CE16-4D86-9E4C-6E0C2436363E}"/>
    <pc:docChg chg="modSld">
      <pc:chgData name="Syed Zulqadar Hassan" userId="bb151c9adcbd665f" providerId="LiveId" clId="{684758FB-CE16-4D86-9E4C-6E0C2436363E}" dt="2025-03-23T17:36:59.704" v="15" actId="20577"/>
      <pc:docMkLst>
        <pc:docMk/>
      </pc:docMkLst>
      <pc:sldChg chg="modSp mod">
        <pc:chgData name="Syed Zulqadar Hassan" userId="bb151c9adcbd665f" providerId="LiveId" clId="{684758FB-CE16-4D86-9E4C-6E0C2436363E}" dt="2025-03-23T17:36:59.704" v="15" actId="20577"/>
        <pc:sldMkLst>
          <pc:docMk/>
          <pc:sldMk cId="0" sldId="256"/>
        </pc:sldMkLst>
        <pc:spChg chg="mod">
          <ac:chgData name="Syed Zulqadar Hassan" userId="bb151c9adcbd665f" providerId="LiveId" clId="{684758FB-CE16-4D86-9E4C-6E0C2436363E}" dt="2025-03-23T17:36:59.704" v="15" actId="20577"/>
          <ac:spMkLst>
            <pc:docMk/>
            <pc:sldMk cId="0" sldId="256"/>
            <ac:spMk id="7170" creationId="{8AF5648B-3525-4EB5-BD5C-312529366F6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CA6D5372-D5E9-4A10-A4D0-95556C67798B}"/>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200"/>
            </a:lvl1pPr>
          </a:lstStyle>
          <a:p>
            <a:pPr>
              <a:defRPr/>
            </a:pPr>
            <a:endParaRPr lang="en-GB"/>
          </a:p>
        </p:txBody>
      </p:sp>
      <p:sp>
        <p:nvSpPr>
          <p:cNvPr id="13315" name="Rectangle 3">
            <a:extLst>
              <a:ext uri="{FF2B5EF4-FFF2-40B4-BE49-F238E27FC236}">
                <a16:creationId xmlns:a16="http://schemas.microsoft.com/office/drawing/2014/main" id="{1BA11B60-8E7C-412B-B72F-EA54EE65048F}"/>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vl1pPr>
          </a:lstStyle>
          <a:p>
            <a:pPr>
              <a:defRPr/>
            </a:pPr>
            <a:endParaRPr lang="en-GB"/>
          </a:p>
        </p:txBody>
      </p:sp>
      <p:sp>
        <p:nvSpPr>
          <p:cNvPr id="6148" name="Rectangle 4">
            <a:extLst>
              <a:ext uri="{FF2B5EF4-FFF2-40B4-BE49-F238E27FC236}">
                <a16:creationId xmlns:a16="http://schemas.microsoft.com/office/drawing/2014/main" id="{5A527F81-559A-403E-B379-E6D380ADC65B}"/>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7" name="Rectangle 5">
            <a:extLst>
              <a:ext uri="{FF2B5EF4-FFF2-40B4-BE49-F238E27FC236}">
                <a16:creationId xmlns:a16="http://schemas.microsoft.com/office/drawing/2014/main" id="{AB7809C7-10EA-45CB-BF52-3A6E955EE193}"/>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13318" name="Rectangle 6">
            <a:extLst>
              <a:ext uri="{FF2B5EF4-FFF2-40B4-BE49-F238E27FC236}">
                <a16:creationId xmlns:a16="http://schemas.microsoft.com/office/drawing/2014/main" id="{5E0FFAE4-DAB3-4664-A048-3E47B8E5F25B}"/>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defRPr sz="1200"/>
            </a:lvl1pPr>
          </a:lstStyle>
          <a:p>
            <a:pPr>
              <a:defRPr/>
            </a:pPr>
            <a:endParaRPr lang="en-GB"/>
          </a:p>
        </p:txBody>
      </p:sp>
      <p:sp>
        <p:nvSpPr>
          <p:cNvPr id="13319" name="Rectangle 7">
            <a:extLst>
              <a:ext uri="{FF2B5EF4-FFF2-40B4-BE49-F238E27FC236}">
                <a16:creationId xmlns:a16="http://schemas.microsoft.com/office/drawing/2014/main" id="{D050D9F3-5B55-4EE2-8DB5-962944455AEE}"/>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fld id="{EE66EC20-06CB-4751-87ED-E9A2EF71E0A1}" type="slidenum">
              <a:rPr lang="en-GB" altLang="en-US"/>
              <a:pPr/>
              <a:t>‹#›</a:t>
            </a:fld>
            <a:endParaRPr lang="en-GB"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a:extLst>
              <a:ext uri="{FF2B5EF4-FFF2-40B4-BE49-F238E27FC236}">
                <a16:creationId xmlns:a16="http://schemas.microsoft.com/office/drawing/2014/main" id="{FED11DF6-F6F2-4F23-A44B-BF48357148B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A6DC65E8-0376-471A-A10D-E7D23785F144}" type="slidenum">
              <a:rPr lang="en-GB" altLang="en-US"/>
              <a:pPr>
                <a:spcBef>
                  <a:spcPct val="0"/>
                </a:spcBef>
              </a:pPr>
              <a:t>1</a:t>
            </a:fld>
            <a:endParaRPr lang="en-GB" altLang="en-US"/>
          </a:p>
        </p:txBody>
      </p:sp>
      <p:sp>
        <p:nvSpPr>
          <p:cNvPr id="8195" name="Rectangle 2">
            <a:extLst>
              <a:ext uri="{FF2B5EF4-FFF2-40B4-BE49-F238E27FC236}">
                <a16:creationId xmlns:a16="http://schemas.microsoft.com/office/drawing/2014/main" id="{C25E2EA2-EE79-43AF-ACF2-59F5A185C0AE}"/>
              </a:ext>
            </a:extLst>
          </p:cNvPr>
          <p:cNvSpPr>
            <a:spLocks noGrp="1" noRot="1" noChangeAspect="1" noChangeArrowheads="1" noTextEdit="1"/>
          </p:cNvSpPr>
          <p:nvPr>
            <p:ph type="sldImg"/>
          </p:nvPr>
        </p:nvSpPr>
        <p:spPr>
          <a:ln/>
        </p:spPr>
      </p:sp>
      <p:sp>
        <p:nvSpPr>
          <p:cNvPr id="8196" name="Rectangle 3">
            <a:extLst>
              <a:ext uri="{FF2B5EF4-FFF2-40B4-BE49-F238E27FC236}">
                <a16:creationId xmlns:a16="http://schemas.microsoft.com/office/drawing/2014/main" id="{F75A1BB4-8118-427F-AACC-669811A3D70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476A7CF-2577-43EF-B1CB-20215B6E0336}" type="slidenum">
              <a:rPr lang="en-GB"/>
              <a:pPr/>
              <a:t>14</a:t>
            </a:fld>
            <a:endParaRPr lang="en-GB"/>
          </a:p>
        </p:txBody>
      </p:sp>
      <p:sp>
        <p:nvSpPr>
          <p:cNvPr id="397314" name="Rectangle 2"/>
          <p:cNvSpPr>
            <a:spLocks noGrp="1" noRot="1" noChangeAspect="1" noChangeArrowheads="1" noTextEdit="1"/>
          </p:cNvSpPr>
          <p:nvPr>
            <p:ph type="sldImg"/>
          </p:nvPr>
        </p:nvSpPr>
        <p:spPr>
          <a:ln/>
        </p:spPr>
      </p:sp>
      <p:sp>
        <p:nvSpPr>
          <p:cNvPr id="397315" name="Rectangle 3"/>
          <p:cNvSpPr>
            <a:spLocks noGrp="1" noChangeArrowheads="1"/>
          </p:cNvSpPr>
          <p:nvPr>
            <p:ph type="body" idx="1"/>
          </p:nvPr>
        </p:nvSpPr>
        <p:spPr/>
        <p:txBody>
          <a:bodyPr/>
          <a:lstStyle/>
          <a:p>
            <a:pPr>
              <a:buFontTx/>
              <a:buChar char="•"/>
            </a:pPr>
            <a:r>
              <a:rPr lang="en-GB"/>
              <a:t>Toxic fumes produced by the chemicals are removed from the ware house and dispersed in the atmosphere through three exhaust fans.</a:t>
            </a:r>
          </a:p>
          <a:p>
            <a:pPr>
              <a:buFontTx/>
              <a:buChar char="•"/>
            </a:pPr>
            <a:r>
              <a:rPr lang="en-GB"/>
              <a:t>When all fans are working the input to the NAND gate is 111 and the output is 0</a:t>
            </a:r>
          </a:p>
          <a:p>
            <a:pPr>
              <a:buFontTx/>
              <a:buChar char="•"/>
            </a:pPr>
            <a:r>
              <a:rPr lang="en-GB"/>
              <a:t>When any one fan fails the output of NAND gate becomes 1 sounding an alarm connected tot the output of the NAND gate.</a:t>
            </a:r>
          </a:p>
        </p:txBody>
      </p:sp>
    </p:spTree>
    <p:extLst>
      <p:ext uri="{BB962C8B-B14F-4D97-AF65-F5344CB8AC3E}">
        <p14:creationId xmlns:p14="http://schemas.microsoft.com/office/powerpoint/2010/main" val="3617870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68AF9CA-3380-4168-9133-AF6614FBB8D6}" type="slidenum">
              <a:rPr lang="en-GB"/>
              <a:pPr/>
              <a:t>15</a:t>
            </a:fld>
            <a:endParaRPr lang="en-GB"/>
          </a:p>
        </p:txBody>
      </p:sp>
      <p:sp>
        <p:nvSpPr>
          <p:cNvPr id="398338" name="Rectangle 2"/>
          <p:cNvSpPr>
            <a:spLocks noGrp="1" noRot="1" noChangeAspect="1" noChangeArrowheads="1" noTextEdit="1"/>
          </p:cNvSpPr>
          <p:nvPr>
            <p:ph type="sldImg"/>
          </p:nvPr>
        </p:nvSpPr>
        <p:spPr>
          <a:ln/>
        </p:spPr>
      </p:sp>
      <p:sp>
        <p:nvSpPr>
          <p:cNvPr id="398339" name="Rectangle 3"/>
          <p:cNvSpPr>
            <a:spLocks noGrp="1" noChangeArrowheads="1"/>
          </p:cNvSpPr>
          <p:nvPr>
            <p:ph type="body" idx="1"/>
          </p:nvPr>
        </p:nvSpPr>
        <p:spPr/>
        <p:txBody>
          <a:bodyPr/>
          <a:lstStyle/>
          <a:p>
            <a:pPr>
              <a:buFontTx/>
              <a:buChar char="•"/>
            </a:pPr>
            <a:r>
              <a:rPr lang="en-GB" dirty="0"/>
              <a:t>Three sensors check for washing machine lid open, washing tub filled to minimum level and weight of cloths and water in the tub.</a:t>
            </a:r>
          </a:p>
          <a:p>
            <a:pPr>
              <a:buFontTx/>
              <a:buChar char="•"/>
            </a:pPr>
            <a:r>
              <a:rPr lang="en-GB" dirty="0"/>
              <a:t>If the lid is open or the water is below the minimum level or the washing machine has been overloaded the appropriate sensor sets its output to 1. The NOR gate output is set to 0 switching off the washing machine.</a:t>
            </a:r>
          </a:p>
        </p:txBody>
      </p:sp>
    </p:spTree>
    <p:extLst>
      <p:ext uri="{BB962C8B-B14F-4D97-AF65-F5344CB8AC3E}">
        <p14:creationId xmlns:p14="http://schemas.microsoft.com/office/powerpoint/2010/main" val="24653976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EFB141D-E505-46F2-809E-946CB1142BA3}" type="slidenum">
              <a:rPr lang="en-GB"/>
              <a:pPr/>
              <a:t>22</a:t>
            </a:fld>
            <a:endParaRPr lang="en-GB"/>
          </a:p>
        </p:txBody>
      </p:sp>
      <p:sp>
        <p:nvSpPr>
          <p:cNvPr id="399362" name="Rectangle 2"/>
          <p:cNvSpPr>
            <a:spLocks noGrp="1" noRot="1" noChangeAspect="1" noChangeArrowheads="1" noTextEdit="1"/>
          </p:cNvSpPr>
          <p:nvPr>
            <p:ph type="sldImg"/>
          </p:nvPr>
        </p:nvSpPr>
        <p:spPr>
          <a:ln/>
        </p:spPr>
      </p:sp>
      <p:sp>
        <p:nvSpPr>
          <p:cNvPr id="399363" name="Rectangle 3"/>
          <p:cNvSpPr>
            <a:spLocks noGrp="1" noChangeArrowheads="1"/>
          </p:cNvSpPr>
          <p:nvPr>
            <p:ph type="body" idx="1"/>
          </p:nvPr>
        </p:nvSpPr>
        <p:spPr/>
        <p:txBody>
          <a:bodyPr/>
          <a:lstStyle/>
          <a:p>
            <a:pPr>
              <a:buFontTx/>
              <a:buChar char="•"/>
            </a:pPr>
            <a:r>
              <a:rPr lang="en-GB" dirty="0"/>
              <a:t>Consider the three XOR gate logic circuit which is used to detect odd number of 1’s in a 4-bit binary input combination </a:t>
            </a:r>
          </a:p>
          <a:p>
            <a:pPr>
              <a:buFontTx/>
              <a:buChar char="•"/>
            </a:pPr>
            <a:r>
              <a:rPr lang="en-GB" dirty="0"/>
              <a:t>Consider the 4-bit binary number 0000 applied at the inputs A, B, C and D respectively of XOR gates 1 and 2.</a:t>
            </a:r>
          </a:p>
          <a:p>
            <a:pPr>
              <a:buFontTx/>
              <a:buChar char="•"/>
            </a:pPr>
            <a:r>
              <a:rPr lang="en-GB" dirty="0"/>
              <a:t>The output of XOR Gates 1 and 2 is 0 and 0. The output of XOR gate 3 is also zero.</a:t>
            </a:r>
          </a:p>
          <a:p>
            <a:pPr>
              <a:buFontTx/>
              <a:buChar char="•"/>
            </a:pPr>
            <a:r>
              <a:rPr lang="en-GB" dirty="0"/>
              <a:t>Consider the binary number 0011 applied at the inputs A, B, C and D respectively. The output of XOR gate 1 with inputs 00 is 0. The output of XOR gate 2 with inputs 11 is 0. The output of gate 3 is 0. Thus the output indicates that the binary number 0011 does not have odd number of 1’s</a:t>
            </a:r>
          </a:p>
          <a:p>
            <a:pPr>
              <a:buFontTx/>
              <a:buChar char="•"/>
            </a:pPr>
            <a:r>
              <a:rPr lang="en-GB" dirty="0"/>
              <a:t>Consider the binary number 1011 applied at the inputs A, B, C and D respectively. The output of XOR gate 1 with inputs 10 is 1. The output of XOR gate 2 with inputs 11 is 0. The output of gate 3 is 1. Thus the output indicates that the binary number 1011 has odd number of 1’s</a:t>
            </a:r>
          </a:p>
          <a:p>
            <a:pPr>
              <a:buFontTx/>
              <a:buChar char="•"/>
            </a:pPr>
            <a:endParaRPr lang="en-GB" dirty="0"/>
          </a:p>
        </p:txBody>
      </p:sp>
    </p:spTree>
    <p:extLst>
      <p:ext uri="{BB962C8B-B14F-4D97-AF65-F5344CB8AC3E}">
        <p14:creationId xmlns:p14="http://schemas.microsoft.com/office/powerpoint/2010/main" val="37129003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51371FF-F480-473E-BE08-7351A356C8EE}" type="slidenum">
              <a:rPr lang="en-GB"/>
              <a:pPr/>
              <a:t>23</a:t>
            </a:fld>
            <a:endParaRPr lang="en-GB"/>
          </a:p>
        </p:txBody>
      </p:sp>
      <p:sp>
        <p:nvSpPr>
          <p:cNvPr id="400386" name="Rectangle 2"/>
          <p:cNvSpPr>
            <a:spLocks noGrp="1" noRot="1" noChangeAspect="1" noChangeArrowheads="1" noTextEdit="1"/>
          </p:cNvSpPr>
          <p:nvPr>
            <p:ph type="sldImg"/>
          </p:nvPr>
        </p:nvSpPr>
        <p:spPr>
          <a:ln/>
        </p:spPr>
      </p:sp>
      <p:sp>
        <p:nvSpPr>
          <p:cNvPr id="400387" name="Rectangle 3"/>
          <p:cNvSpPr>
            <a:spLocks noGrp="1" noChangeArrowheads="1"/>
          </p:cNvSpPr>
          <p:nvPr>
            <p:ph type="body" idx="1"/>
          </p:nvPr>
        </p:nvSpPr>
        <p:spPr/>
        <p:txBody>
          <a:bodyPr/>
          <a:lstStyle/>
          <a:p>
            <a:pPr>
              <a:buFontTx/>
              <a:buChar char="•"/>
            </a:pPr>
            <a:r>
              <a:rPr lang="en-GB"/>
              <a:t>Consider the two XOR and a single XNOR gate based logic circuit used to detect even number of 1’s in a 4-bit binary input combination </a:t>
            </a:r>
          </a:p>
          <a:p>
            <a:pPr>
              <a:buFontTx/>
              <a:buChar char="•"/>
            </a:pPr>
            <a:r>
              <a:rPr lang="en-GB"/>
              <a:t>Consider the 4-bit binary number 0000 applied at the inputs A, B, C and D respectively of XOR gates 1 and 2.</a:t>
            </a:r>
          </a:p>
          <a:p>
            <a:pPr>
              <a:buFontTx/>
              <a:buChar char="•"/>
            </a:pPr>
            <a:r>
              <a:rPr lang="en-GB"/>
              <a:t>The output of XOR Gates 1 and 2 is 0 and 0. The output of XNOR gate 3 is a 1.</a:t>
            </a:r>
          </a:p>
          <a:p>
            <a:pPr>
              <a:buFontTx/>
              <a:buChar char="•"/>
            </a:pPr>
            <a:r>
              <a:rPr lang="en-GB"/>
              <a:t>Consider the binary number 0011 applied at the inputs A, B, C and D respectively. The output of XOR gate 1 with inputs 00 is 1. The output of XOR gate 2 with inputs 11 is 1. The output of XNOR gate 3 is also a 1. Thus the output indicates that the binary number 0011 has even number of 1’s</a:t>
            </a:r>
          </a:p>
          <a:p>
            <a:pPr>
              <a:buFontTx/>
              <a:buChar char="•"/>
            </a:pPr>
            <a:r>
              <a:rPr lang="en-GB"/>
              <a:t>Consider the binary number 1011 applied at the inputs A, B, C and D respectively. The output of XOR gate 1 with inputs 10 is 1. The output of XOR gate 2 with inputs 11 is 0. The output of XNOR gate 3 is 0 because of dissimilar inputs. Thus the output indicates that the binary number 1011 does not have even number of 1’s</a:t>
            </a:r>
          </a:p>
          <a:p>
            <a:endParaRPr lang="en-GB"/>
          </a:p>
        </p:txBody>
      </p:sp>
    </p:spTree>
    <p:extLst>
      <p:ext uri="{BB962C8B-B14F-4D97-AF65-F5344CB8AC3E}">
        <p14:creationId xmlns:p14="http://schemas.microsoft.com/office/powerpoint/2010/main" val="26909788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a:extLst>
              <a:ext uri="{FF2B5EF4-FFF2-40B4-BE49-F238E27FC236}">
                <a16:creationId xmlns:a16="http://schemas.microsoft.com/office/drawing/2014/main" id="{02F9357D-EA90-46B1-8DF2-7D120DB5A0C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6CBBA0CF-5FE1-4F0F-8791-76F413380A59}" type="slidenum">
              <a:rPr lang="en-GB" altLang="en-US"/>
              <a:pPr>
                <a:spcBef>
                  <a:spcPct val="0"/>
                </a:spcBef>
              </a:pPr>
              <a:t>24</a:t>
            </a:fld>
            <a:endParaRPr lang="en-GB" altLang="en-US"/>
          </a:p>
        </p:txBody>
      </p:sp>
      <p:sp>
        <p:nvSpPr>
          <p:cNvPr id="95235" name="Rectangle 2">
            <a:extLst>
              <a:ext uri="{FF2B5EF4-FFF2-40B4-BE49-F238E27FC236}">
                <a16:creationId xmlns:a16="http://schemas.microsoft.com/office/drawing/2014/main" id="{4B8FD667-4C1E-4E8E-802D-A04C1560B6B5}"/>
              </a:ext>
            </a:extLst>
          </p:cNvPr>
          <p:cNvSpPr>
            <a:spLocks noGrp="1" noRot="1" noChangeAspect="1" noChangeArrowheads="1" noTextEdit="1"/>
          </p:cNvSpPr>
          <p:nvPr>
            <p:ph type="sldImg"/>
          </p:nvPr>
        </p:nvSpPr>
        <p:spPr>
          <a:ln/>
        </p:spPr>
      </p:sp>
      <p:sp>
        <p:nvSpPr>
          <p:cNvPr id="95236" name="Rectangle 3">
            <a:extLst>
              <a:ext uri="{FF2B5EF4-FFF2-40B4-BE49-F238E27FC236}">
                <a16:creationId xmlns:a16="http://schemas.microsoft.com/office/drawing/2014/main" id="{E0B6229C-ED03-42DB-9941-B8D2D65D9EA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Tx/>
              <a:buChar char="•"/>
            </a:pPr>
            <a:r>
              <a:rPr lang="en-GB" altLang="en-US"/>
              <a:t>The second part of the first lecture on Number Systems ends here.</a:t>
            </a:r>
          </a:p>
          <a:p>
            <a:pPr eaLnBrk="1" hangingPunct="1">
              <a:buFontTx/>
              <a:buChar char="•"/>
            </a:pPr>
            <a:r>
              <a:rPr lang="en-GB" altLang="en-US"/>
              <a:t>In this part we have discussed the decimal number system and looked at representing integers and fractions in decimal.</a:t>
            </a:r>
          </a:p>
          <a:p>
            <a:pPr eaLnBrk="1" hangingPunct="1">
              <a:buFontTx/>
              <a:buChar char="•"/>
            </a:pPr>
            <a:r>
              <a:rPr lang="en-GB" altLang="en-US"/>
              <a:t>We have looked at a hypothetical base 5 caveman number system.</a:t>
            </a:r>
          </a:p>
          <a:p>
            <a:pPr eaLnBrk="1" hangingPunct="1">
              <a:buFontTx/>
              <a:buChar char="•"/>
            </a:pPr>
            <a:r>
              <a:rPr lang="en-GB" altLang="en-US"/>
              <a:t>We have also discussed the binary number system used by digital systems.</a:t>
            </a:r>
          </a:p>
          <a:p>
            <a:pPr eaLnBrk="1" hangingPunct="1">
              <a:buFontTx/>
              <a:buChar char="•"/>
            </a:pPr>
            <a:r>
              <a:rPr lang="en-GB" altLang="en-US"/>
              <a:t>We have learned to calculate decimal equivalents of base 5 caveman numbers and binary numbers by writing and solving expressions based on weights and base values.</a:t>
            </a:r>
          </a:p>
          <a:p>
            <a:pPr eaLnBrk="1" hangingPunct="1">
              <a:buFontTx/>
              <a:buChar char="•"/>
            </a:pPr>
            <a:r>
              <a:rPr lang="en-GB" altLang="en-US"/>
              <a:t>We would be continuing with the discussion on number systems in the next lecture by looking at methods to convert from Decimal to Binary and Binary to Decimal number systems.</a:t>
            </a:r>
          </a:p>
          <a:p>
            <a:pPr eaLnBrk="1" hangingPunct="1">
              <a:buFontTx/>
              <a:buChar char="•"/>
            </a:pPr>
            <a:r>
              <a:rPr lang="en-GB" altLang="en-US"/>
              <a:t>Please do try to practice writing numbers in caveman and binary number systems and calculating their decimal equivalents.</a:t>
            </a:r>
          </a:p>
          <a:p>
            <a:pPr eaLnBrk="1" hangingPunct="1">
              <a:buFontTx/>
              <a:buChar char="•"/>
            </a:pPr>
            <a:r>
              <a:rPr lang="en-GB" altLang="en-US"/>
              <a:t>Khuda Hafiz and Asalam O Aleikum</a:t>
            </a:r>
          </a:p>
          <a:p>
            <a:pPr eaLnBrk="1" hangingPunct="1">
              <a:buFontTx/>
              <a:buChar char="•"/>
            </a:pPr>
            <a:endParaRPr lang="en-GB" altLang="en-US"/>
          </a:p>
          <a:p>
            <a:pPr eaLnBrk="1" hangingPunct="1"/>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5808C80D-9D98-4E34-8C03-F15A757703F9}"/>
              </a:ext>
            </a:extLst>
          </p:cNvPr>
          <p:cNvSpPr>
            <a:spLocks noGrp="1"/>
          </p:cNvSpPr>
          <p:nvPr>
            <p:ph type="dt" sz="half" idx="10"/>
          </p:nvPr>
        </p:nvSpPr>
        <p:spPr/>
        <p:txBody>
          <a:bodyPr/>
          <a:lstStyle>
            <a:lvl1pPr>
              <a:defRPr/>
            </a:lvl1pPr>
          </a:lstStyle>
          <a:p>
            <a:pPr>
              <a:defRPr/>
            </a:pPr>
            <a:endParaRPr lang="en-GB"/>
          </a:p>
        </p:txBody>
      </p:sp>
      <p:sp>
        <p:nvSpPr>
          <p:cNvPr id="5" name="Footer Placeholder 4">
            <a:extLst>
              <a:ext uri="{FF2B5EF4-FFF2-40B4-BE49-F238E27FC236}">
                <a16:creationId xmlns:a16="http://schemas.microsoft.com/office/drawing/2014/main" id="{D35F8CB5-04E1-439C-91CE-2F224AA846CD}"/>
              </a:ext>
            </a:extLst>
          </p:cNvPr>
          <p:cNvSpPr>
            <a:spLocks noGrp="1"/>
          </p:cNvSpPr>
          <p:nvPr>
            <p:ph type="ftr" sz="quarter" idx="11"/>
          </p:nvPr>
        </p:nvSpPr>
        <p:spPr/>
        <p:txBody>
          <a:bodyPr/>
          <a:lstStyle>
            <a:lvl1pPr>
              <a:defRPr/>
            </a:lvl1pPr>
          </a:lstStyle>
          <a:p>
            <a:pPr>
              <a:defRPr/>
            </a:pPr>
            <a:endParaRPr lang="en-GB"/>
          </a:p>
        </p:txBody>
      </p:sp>
      <p:sp>
        <p:nvSpPr>
          <p:cNvPr id="6" name="Slide Number Placeholder 5">
            <a:extLst>
              <a:ext uri="{FF2B5EF4-FFF2-40B4-BE49-F238E27FC236}">
                <a16:creationId xmlns:a16="http://schemas.microsoft.com/office/drawing/2014/main" id="{AC781E94-642D-4B40-9B73-1FC6A8D2B788}"/>
              </a:ext>
            </a:extLst>
          </p:cNvPr>
          <p:cNvSpPr>
            <a:spLocks noGrp="1"/>
          </p:cNvSpPr>
          <p:nvPr>
            <p:ph type="sldNum" sz="quarter" idx="12"/>
          </p:nvPr>
        </p:nvSpPr>
        <p:spPr/>
        <p:txBody>
          <a:bodyPr wrap="square" numCol="1" anchorCtr="0" compatLnSpc="1">
            <a:prstTxWarp prst="textNoShape">
              <a:avLst/>
            </a:prstTxWarp>
          </a:bodyPr>
          <a:lstStyle>
            <a:lvl1pPr>
              <a:defRPr smtClean="0">
                <a:solidFill>
                  <a:srgbClr val="898989"/>
                </a:solidFill>
              </a:defRPr>
            </a:lvl1pPr>
          </a:lstStyle>
          <a:p>
            <a:fld id="{58EEA2C7-577D-4CCA-B67C-68CFC38A9FD3}" type="slidenum">
              <a:rPr lang="en-GB" altLang="en-US"/>
              <a:pPr/>
              <a:t>‹#›</a:t>
            </a:fld>
            <a:endParaRPr lang="en-GB" altLang="en-US"/>
          </a:p>
        </p:txBody>
      </p:sp>
    </p:spTree>
    <p:extLst>
      <p:ext uri="{BB962C8B-B14F-4D97-AF65-F5344CB8AC3E}">
        <p14:creationId xmlns:p14="http://schemas.microsoft.com/office/powerpoint/2010/main" val="15603956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B9D8A4-944F-4279-9207-99EC275B2A09}"/>
              </a:ext>
            </a:extLst>
          </p:cNvPr>
          <p:cNvSpPr>
            <a:spLocks noGrp="1"/>
          </p:cNvSpPr>
          <p:nvPr>
            <p:ph type="dt" sz="half" idx="10"/>
          </p:nvPr>
        </p:nvSpPr>
        <p:spPr/>
        <p:txBody>
          <a:bodyPr/>
          <a:lstStyle>
            <a:lvl1pPr>
              <a:defRPr/>
            </a:lvl1pPr>
          </a:lstStyle>
          <a:p>
            <a:pPr>
              <a:defRPr/>
            </a:pPr>
            <a:endParaRPr lang="en-GB"/>
          </a:p>
        </p:txBody>
      </p:sp>
      <p:sp>
        <p:nvSpPr>
          <p:cNvPr id="5" name="Footer Placeholder 4">
            <a:extLst>
              <a:ext uri="{FF2B5EF4-FFF2-40B4-BE49-F238E27FC236}">
                <a16:creationId xmlns:a16="http://schemas.microsoft.com/office/drawing/2014/main" id="{0849E4AA-3E33-40D8-ACE1-9E836D4AC029}"/>
              </a:ext>
            </a:extLst>
          </p:cNvPr>
          <p:cNvSpPr>
            <a:spLocks noGrp="1"/>
          </p:cNvSpPr>
          <p:nvPr>
            <p:ph type="ftr" sz="quarter" idx="11"/>
          </p:nvPr>
        </p:nvSpPr>
        <p:spPr/>
        <p:txBody>
          <a:bodyPr/>
          <a:lstStyle>
            <a:lvl1pPr>
              <a:defRPr/>
            </a:lvl1pPr>
          </a:lstStyle>
          <a:p>
            <a:pPr>
              <a:defRPr/>
            </a:pPr>
            <a:endParaRPr lang="en-GB"/>
          </a:p>
        </p:txBody>
      </p:sp>
      <p:sp>
        <p:nvSpPr>
          <p:cNvPr id="6" name="Slide Number Placeholder 5">
            <a:extLst>
              <a:ext uri="{FF2B5EF4-FFF2-40B4-BE49-F238E27FC236}">
                <a16:creationId xmlns:a16="http://schemas.microsoft.com/office/drawing/2014/main" id="{176CAE33-9F0C-49E2-AD7A-9755DBEA18D9}"/>
              </a:ext>
            </a:extLst>
          </p:cNvPr>
          <p:cNvSpPr>
            <a:spLocks noGrp="1"/>
          </p:cNvSpPr>
          <p:nvPr>
            <p:ph type="sldNum" sz="quarter" idx="12"/>
          </p:nvPr>
        </p:nvSpPr>
        <p:spPr/>
        <p:txBody>
          <a:bodyPr/>
          <a:lstStyle>
            <a:lvl1pPr>
              <a:defRPr/>
            </a:lvl1pPr>
          </a:lstStyle>
          <a:p>
            <a:pPr>
              <a:defRPr/>
            </a:pPr>
            <a:endParaRPr lang="en-US"/>
          </a:p>
        </p:txBody>
      </p:sp>
    </p:spTree>
    <p:extLst>
      <p:ext uri="{BB962C8B-B14F-4D97-AF65-F5344CB8AC3E}">
        <p14:creationId xmlns:p14="http://schemas.microsoft.com/office/powerpoint/2010/main" val="26762068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2B523EA-8DA8-4832-A916-BB62EBF84BD4}"/>
              </a:ext>
            </a:extLst>
          </p:cNvPr>
          <p:cNvSpPr>
            <a:spLocks noGrp="1"/>
          </p:cNvSpPr>
          <p:nvPr>
            <p:ph type="dt" sz="half" idx="10"/>
          </p:nvPr>
        </p:nvSpPr>
        <p:spPr/>
        <p:txBody>
          <a:bodyPr/>
          <a:lstStyle>
            <a:lvl1pPr>
              <a:defRPr/>
            </a:lvl1pPr>
          </a:lstStyle>
          <a:p>
            <a:pPr>
              <a:defRPr/>
            </a:pPr>
            <a:endParaRPr lang="en-GB"/>
          </a:p>
        </p:txBody>
      </p:sp>
      <p:sp>
        <p:nvSpPr>
          <p:cNvPr id="5" name="Footer Placeholder 4">
            <a:extLst>
              <a:ext uri="{FF2B5EF4-FFF2-40B4-BE49-F238E27FC236}">
                <a16:creationId xmlns:a16="http://schemas.microsoft.com/office/drawing/2014/main" id="{2A4B99EA-D93F-41B1-97F0-C4E62E6D080C}"/>
              </a:ext>
            </a:extLst>
          </p:cNvPr>
          <p:cNvSpPr>
            <a:spLocks noGrp="1"/>
          </p:cNvSpPr>
          <p:nvPr>
            <p:ph type="ftr" sz="quarter" idx="11"/>
          </p:nvPr>
        </p:nvSpPr>
        <p:spPr/>
        <p:txBody>
          <a:bodyPr/>
          <a:lstStyle>
            <a:lvl1pPr>
              <a:defRPr/>
            </a:lvl1pPr>
          </a:lstStyle>
          <a:p>
            <a:pPr>
              <a:defRPr/>
            </a:pPr>
            <a:endParaRPr lang="en-GB"/>
          </a:p>
        </p:txBody>
      </p:sp>
      <p:sp>
        <p:nvSpPr>
          <p:cNvPr id="6" name="Slide Number Placeholder 5">
            <a:extLst>
              <a:ext uri="{FF2B5EF4-FFF2-40B4-BE49-F238E27FC236}">
                <a16:creationId xmlns:a16="http://schemas.microsoft.com/office/drawing/2014/main" id="{9B43714E-0B5C-4E92-B11D-B520617FF900}"/>
              </a:ext>
            </a:extLst>
          </p:cNvPr>
          <p:cNvSpPr>
            <a:spLocks noGrp="1"/>
          </p:cNvSpPr>
          <p:nvPr>
            <p:ph type="sldNum" sz="quarter" idx="12"/>
          </p:nvPr>
        </p:nvSpPr>
        <p:spPr/>
        <p:txBody>
          <a:bodyPr/>
          <a:lstStyle>
            <a:lvl1pPr>
              <a:defRPr/>
            </a:lvl1pPr>
          </a:lstStyle>
          <a:p>
            <a:pPr>
              <a:defRPr/>
            </a:pPr>
            <a:endParaRPr lang="en-US"/>
          </a:p>
        </p:txBody>
      </p:sp>
    </p:spTree>
    <p:extLst>
      <p:ext uri="{BB962C8B-B14F-4D97-AF65-F5344CB8AC3E}">
        <p14:creationId xmlns:p14="http://schemas.microsoft.com/office/powerpoint/2010/main" val="4653133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6EB35ACC-A30B-489E-8D53-5674923FC28D}"/>
              </a:ext>
            </a:extLst>
          </p:cNvPr>
          <p:cNvSpPr>
            <a:spLocks noGrp="1"/>
          </p:cNvSpPr>
          <p:nvPr>
            <p:ph type="dt" sz="half" idx="10"/>
          </p:nvPr>
        </p:nvSpPr>
        <p:spPr/>
        <p:txBody>
          <a:bodyPr/>
          <a:lstStyle>
            <a:lvl1pPr>
              <a:defRPr/>
            </a:lvl1pPr>
          </a:lstStyle>
          <a:p>
            <a:pPr>
              <a:defRPr/>
            </a:pPr>
            <a:endParaRPr lang="en-GB"/>
          </a:p>
        </p:txBody>
      </p:sp>
      <p:sp>
        <p:nvSpPr>
          <p:cNvPr id="6" name="Footer Placeholder 4">
            <a:extLst>
              <a:ext uri="{FF2B5EF4-FFF2-40B4-BE49-F238E27FC236}">
                <a16:creationId xmlns:a16="http://schemas.microsoft.com/office/drawing/2014/main" id="{F5B563C9-C4E3-446A-9D4B-56B9C9F00D85}"/>
              </a:ext>
            </a:extLst>
          </p:cNvPr>
          <p:cNvSpPr>
            <a:spLocks noGrp="1"/>
          </p:cNvSpPr>
          <p:nvPr>
            <p:ph type="ftr" sz="quarter" idx="11"/>
          </p:nvPr>
        </p:nvSpPr>
        <p:spPr/>
        <p:txBody>
          <a:bodyPr/>
          <a:lstStyle>
            <a:lvl1pPr>
              <a:defRPr/>
            </a:lvl1pPr>
          </a:lstStyle>
          <a:p>
            <a:pPr>
              <a:defRPr/>
            </a:pPr>
            <a:endParaRPr lang="en-GB"/>
          </a:p>
        </p:txBody>
      </p:sp>
      <p:sp>
        <p:nvSpPr>
          <p:cNvPr id="7" name="Slide Number Placeholder 5">
            <a:extLst>
              <a:ext uri="{FF2B5EF4-FFF2-40B4-BE49-F238E27FC236}">
                <a16:creationId xmlns:a16="http://schemas.microsoft.com/office/drawing/2014/main" id="{25C6B04C-4AF0-4FB1-AB1F-4B8A196EDE3C}"/>
              </a:ext>
            </a:extLst>
          </p:cNvPr>
          <p:cNvSpPr>
            <a:spLocks noGrp="1"/>
          </p:cNvSpPr>
          <p:nvPr>
            <p:ph type="sldNum" sz="quarter" idx="12"/>
          </p:nvPr>
        </p:nvSpPr>
        <p:spPr/>
        <p:txBody>
          <a:bodyPr/>
          <a:lstStyle>
            <a:lvl1pPr>
              <a:defRPr/>
            </a:lvl1pPr>
          </a:lstStyle>
          <a:p>
            <a:pPr>
              <a:defRPr/>
            </a:pPr>
            <a:endParaRPr lang="en-US"/>
          </a:p>
        </p:txBody>
      </p:sp>
    </p:spTree>
    <p:extLst>
      <p:ext uri="{BB962C8B-B14F-4D97-AF65-F5344CB8AC3E}">
        <p14:creationId xmlns:p14="http://schemas.microsoft.com/office/powerpoint/2010/main" val="6356892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BB6BF6E2-B880-4101-B50C-860A3532E87D}"/>
              </a:ext>
            </a:extLst>
          </p:cNvPr>
          <p:cNvSpPr>
            <a:spLocks noGrp="1"/>
          </p:cNvSpPr>
          <p:nvPr>
            <p:ph type="dt" sz="half" idx="10"/>
          </p:nvPr>
        </p:nvSpPr>
        <p:spPr/>
        <p:txBody>
          <a:bodyPr/>
          <a:lstStyle>
            <a:lvl1pPr>
              <a:defRPr/>
            </a:lvl1pPr>
          </a:lstStyle>
          <a:p>
            <a:pPr>
              <a:defRPr/>
            </a:pPr>
            <a:endParaRPr lang="en-GB"/>
          </a:p>
        </p:txBody>
      </p:sp>
      <p:sp>
        <p:nvSpPr>
          <p:cNvPr id="8" name="Footer Placeholder 4">
            <a:extLst>
              <a:ext uri="{FF2B5EF4-FFF2-40B4-BE49-F238E27FC236}">
                <a16:creationId xmlns:a16="http://schemas.microsoft.com/office/drawing/2014/main" id="{C0291143-2864-457A-9C91-B5554440A2B4}"/>
              </a:ext>
            </a:extLst>
          </p:cNvPr>
          <p:cNvSpPr>
            <a:spLocks noGrp="1"/>
          </p:cNvSpPr>
          <p:nvPr>
            <p:ph type="ftr" sz="quarter" idx="11"/>
          </p:nvPr>
        </p:nvSpPr>
        <p:spPr/>
        <p:txBody>
          <a:bodyPr/>
          <a:lstStyle>
            <a:lvl1pPr>
              <a:defRPr/>
            </a:lvl1pPr>
          </a:lstStyle>
          <a:p>
            <a:pPr>
              <a:defRPr/>
            </a:pPr>
            <a:endParaRPr lang="en-GB"/>
          </a:p>
        </p:txBody>
      </p:sp>
      <p:sp>
        <p:nvSpPr>
          <p:cNvPr id="9" name="Slide Number Placeholder 5">
            <a:extLst>
              <a:ext uri="{FF2B5EF4-FFF2-40B4-BE49-F238E27FC236}">
                <a16:creationId xmlns:a16="http://schemas.microsoft.com/office/drawing/2014/main" id="{EBA03665-5F2C-440B-9B71-8585FA53560D}"/>
              </a:ext>
            </a:extLst>
          </p:cNvPr>
          <p:cNvSpPr>
            <a:spLocks noGrp="1"/>
          </p:cNvSpPr>
          <p:nvPr>
            <p:ph type="sldNum" sz="quarter" idx="12"/>
          </p:nvPr>
        </p:nvSpPr>
        <p:spPr/>
        <p:txBody>
          <a:bodyPr/>
          <a:lstStyle>
            <a:lvl1pPr>
              <a:defRPr/>
            </a:lvl1pPr>
          </a:lstStyle>
          <a:p>
            <a:pPr>
              <a:defRPr/>
            </a:pPr>
            <a:endParaRPr lang="en-US"/>
          </a:p>
        </p:txBody>
      </p:sp>
    </p:spTree>
    <p:extLst>
      <p:ext uri="{BB962C8B-B14F-4D97-AF65-F5344CB8AC3E}">
        <p14:creationId xmlns:p14="http://schemas.microsoft.com/office/powerpoint/2010/main" val="988596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03D4D918-919C-42A0-B007-74A3535600B7}"/>
              </a:ext>
            </a:extLst>
          </p:cNvPr>
          <p:cNvSpPr>
            <a:spLocks noGrp="1"/>
          </p:cNvSpPr>
          <p:nvPr>
            <p:ph type="dt" sz="half" idx="10"/>
          </p:nvPr>
        </p:nvSpPr>
        <p:spPr/>
        <p:txBody>
          <a:bodyPr/>
          <a:lstStyle>
            <a:lvl1pPr>
              <a:defRPr/>
            </a:lvl1pPr>
          </a:lstStyle>
          <a:p>
            <a:pPr>
              <a:defRPr/>
            </a:pPr>
            <a:endParaRPr lang="en-GB"/>
          </a:p>
        </p:txBody>
      </p:sp>
      <p:sp>
        <p:nvSpPr>
          <p:cNvPr id="4" name="Footer Placeholder 4">
            <a:extLst>
              <a:ext uri="{FF2B5EF4-FFF2-40B4-BE49-F238E27FC236}">
                <a16:creationId xmlns:a16="http://schemas.microsoft.com/office/drawing/2014/main" id="{A940AAE4-4323-46EF-888B-3AEDD37D2A39}"/>
              </a:ext>
            </a:extLst>
          </p:cNvPr>
          <p:cNvSpPr>
            <a:spLocks noGrp="1"/>
          </p:cNvSpPr>
          <p:nvPr>
            <p:ph type="ftr" sz="quarter" idx="11"/>
          </p:nvPr>
        </p:nvSpPr>
        <p:spPr/>
        <p:txBody>
          <a:bodyPr/>
          <a:lstStyle>
            <a:lvl1pPr>
              <a:defRPr/>
            </a:lvl1pPr>
          </a:lstStyle>
          <a:p>
            <a:pPr>
              <a:defRPr/>
            </a:pPr>
            <a:endParaRPr lang="en-GB"/>
          </a:p>
        </p:txBody>
      </p:sp>
      <p:sp>
        <p:nvSpPr>
          <p:cNvPr id="5" name="Slide Number Placeholder 5">
            <a:extLst>
              <a:ext uri="{FF2B5EF4-FFF2-40B4-BE49-F238E27FC236}">
                <a16:creationId xmlns:a16="http://schemas.microsoft.com/office/drawing/2014/main" id="{25F50E06-0AC4-44FE-89A4-6F663AECF22E}"/>
              </a:ext>
            </a:extLst>
          </p:cNvPr>
          <p:cNvSpPr>
            <a:spLocks noGrp="1"/>
          </p:cNvSpPr>
          <p:nvPr>
            <p:ph type="sldNum" sz="quarter" idx="12"/>
          </p:nvPr>
        </p:nvSpPr>
        <p:spPr/>
        <p:txBody>
          <a:bodyPr/>
          <a:lstStyle>
            <a:lvl1pPr>
              <a:defRPr/>
            </a:lvl1pPr>
          </a:lstStyle>
          <a:p>
            <a:pPr>
              <a:defRPr/>
            </a:pPr>
            <a:endParaRPr lang="en-US"/>
          </a:p>
        </p:txBody>
      </p:sp>
    </p:spTree>
    <p:extLst>
      <p:ext uri="{BB962C8B-B14F-4D97-AF65-F5344CB8AC3E}">
        <p14:creationId xmlns:p14="http://schemas.microsoft.com/office/powerpoint/2010/main" val="23334209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9AC822BB-2FAA-497D-9E82-91824AB20071}"/>
              </a:ext>
            </a:extLst>
          </p:cNvPr>
          <p:cNvSpPr>
            <a:spLocks noGrp="1"/>
          </p:cNvSpPr>
          <p:nvPr>
            <p:ph type="dt" sz="half" idx="10"/>
          </p:nvPr>
        </p:nvSpPr>
        <p:spPr/>
        <p:txBody>
          <a:bodyPr/>
          <a:lstStyle>
            <a:lvl1pPr>
              <a:defRPr/>
            </a:lvl1pPr>
          </a:lstStyle>
          <a:p>
            <a:pPr>
              <a:defRPr/>
            </a:pPr>
            <a:endParaRPr lang="en-GB"/>
          </a:p>
        </p:txBody>
      </p:sp>
      <p:sp>
        <p:nvSpPr>
          <p:cNvPr id="3" name="Footer Placeholder 4">
            <a:extLst>
              <a:ext uri="{FF2B5EF4-FFF2-40B4-BE49-F238E27FC236}">
                <a16:creationId xmlns:a16="http://schemas.microsoft.com/office/drawing/2014/main" id="{D34372F0-BE17-40A3-ABF5-5C2FA5CC797E}"/>
              </a:ext>
            </a:extLst>
          </p:cNvPr>
          <p:cNvSpPr>
            <a:spLocks noGrp="1"/>
          </p:cNvSpPr>
          <p:nvPr>
            <p:ph type="ftr" sz="quarter" idx="11"/>
          </p:nvPr>
        </p:nvSpPr>
        <p:spPr/>
        <p:txBody>
          <a:bodyPr/>
          <a:lstStyle>
            <a:lvl1pPr>
              <a:defRPr/>
            </a:lvl1pPr>
          </a:lstStyle>
          <a:p>
            <a:pPr>
              <a:defRPr/>
            </a:pPr>
            <a:endParaRPr lang="en-GB"/>
          </a:p>
        </p:txBody>
      </p:sp>
      <p:sp>
        <p:nvSpPr>
          <p:cNvPr id="4" name="Slide Number Placeholder 5">
            <a:extLst>
              <a:ext uri="{FF2B5EF4-FFF2-40B4-BE49-F238E27FC236}">
                <a16:creationId xmlns:a16="http://schemas.microsoft.com/office/drawing/2014/main" id="{5627995A-37BF-4DA9-ABEA-F4B2C02A7F9F}"/>
              </a:ext>
            </a:extLst>
          </p:cNvPr>
          <p:cNvSpPr>
            <a:spLocks noGrp="1"/>
          </p:cNvSpPr>
          <p:nvPr>
            <p:ph type="sldNum" sz="quarter" idx="12"/>
          </p:nvPr>
        </p:nvSpPr>
        <p:spPr/>
        <p:txBody>
          <a:bodyPr/>
          <a:lstStyle>
            <a:lvl1pPr>
              <a:defRPr/>
            </a:lvl1pPr>
          </a:lstStyle>
          <a:p>
            <a:pPr>
              <a:defRPr/>
            </a:pPr>
            <a:endParaRPr lang="en-US"/>
          </a:p>
        </p:txBody>
      </p:sp>
    </p:spTree>
    <p:extLst>
      <p:ext uri="{BB962C8B-B14F-4D97-AF65-F5344CB8AC3E}">
        <p14:creationId xmlns:p14="http://schemas.microsoft.com/office/powerpoint/2010/main" val="23336762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B8FFABCC-B4E8-4481-A7D6-F11A08757B88}"/>
              </a:ext>
            </a:extLst>
          </p:cNvPr>
          <p:cNvSpPr>
            <a:spLocks noGrp="1"/>
          </p:cNvSpPr>
          <p:nvPr>
            <p:ph type="dt" sz="half" idx="10"/>
          </p:nvPr>
        </p:nvSpPr>
        <p:spPr/>
        <p:txBody>
          <a:bodyPr/>
          <a:lstStyle>
            <a:lvl1pPr>
              <a:defRPr/>
            </a:lvl1pPr>
          </a:lstStyle>
          <a:p>
            <a:pPr>
              <a:defRPr/>
            </a:pPr>
            <a:endParaRPr lang="en-GB"/>
          </a:p>
        </p:txBody>
      </p:sp>
      <p:sp>
        <p:nvSpPr>
          <p:cNvPr id="6" name="Footer Placeholder 4">
            <a:extLst>
              <a:ext uri="{FF2B5EF4-FFF2-40B4-BE49-F238E27FC236}">
                <a16:creationId xmlns:a16="http://schemas.microsoft.com/office/drawing/2014/main" id="{2A766316-F8B2-45AF-B4CD-16851E8BB858}"/>
              </a:ext>
            </a:extLst>
          </p:cNvPr>
          <p:cNvSpPr>
            <a:spLocks noGrp="1"/>
          </p:cNvSpPr>
          <p:nvPr>
            <p:ph type="ftr" sz="quarter" idx="11"/>
          </p:nvPr>
        </p:nvSpPr>
        <p:spPr/>
        <p:txBody>
          <a:bodyPr/>
          <a:lstStyle>
            <a:lvl1pPr>
              <a:defRPr/>
            </a:lvl1pPr>
          </a:lstStyle>
          <a:p>
            <a:pPr>
              <a:defRPr/>
            </a:pPr>
            <a:endParaRPr lang="en-GB"/>
          </a:p>
        </p:txBody>
      </p:sp>
      <p:sp>
        <p:nvSpPr>
          <p:cNvPr id="7" name="Slide Number Placeholder 5">
            <a:extLst>
              <a:ext uri="{FF2B5EF4-FFF2-40B4-BE49-F238E27FC236}">
                <a16:creationId xmlns:a16="http://schemas.microsoft.com/office/drawing/2014/main" id="{336C4578-5FA3-41DF-835F-EA76DE415A50}"/>
              </a:ext>
            </a:extLst>
          </p:cNvPr>
          <p:cNvSpPr>
            <a:spLocks noGrp="1"/>
          </p:cNvSpPr>
          <p:nvPr>
            <p:ph type="sldNum" sz="quarter" idx="12"/>
          </p:nvPr>
        </p:nvSpPr>
        <p:spPr/>
        <p:txBody>
          <a:bodyPr/>
          <a:lstStyle>
            <a:lvl1pPr>
              <a:defRPr/>
            </a:lvl1pPr>
          </a:lstStyle>
          <a:p>
            <a:pPr>
              <a:defRPr/>
            </a:pPr>
            <a:endParaRPr lang="en-US"/>
          </a:p>
        </p:txBody>
      </p:sp>
    </p:spTree>
    <p:extLst>
      <p:ext uri="{BB962C8B-B14F-4D97-AF65-F5344CB8AC3E}">
        <p14:creationId xmlns:p14="http://schemas.microsoft.com/office/powerpoint/2010/main" val="2932782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6D652343-8135-4A29-AD27-6D09F5920518}"/>
              </a:ext>
            </a:extLst>
          </p:cNvPr>
          <p:cNvSpPr>
            <a:spLocks noGrp="1"/>
          </p:cNvSpPr>
          <p:nvPr>
            <p:ph type="dt" sz="half" idx="10"/>
          </p:nvPr>
        </p:nvSpPr>
        <p:spPr/>
        <p:txBody>
          <a:bodyPr/>
          <a:lstStyle>
            <a:lvl1pPr>
              <a:defRPr/>
            </a:lvl1pPr>
          </a:lstStyle>
          <a:p>
            <a:pPr>
              <a:defRPr/>
            </a:pPr>
            <a:endParaRPr lang="en-GB"/>
          </a:p>
        </p:txBody>
      </p:sp>
      <p:sp>
        <p:nvSpPr>
          <p:cNvPr id="6" name="Footer Placeholder 4">
            <a:extLst>
              <a:ext uri="{FF2B5EF4-FFF2-40B4-BE49-F238E27FC236}">
                <a16:creationId xmlns:a16="http://schemas.microsoft.com/office/drawing/2014/main" id="{8B5170A9-17F7-4C64-8998-EA6F3DBF47C2}"/>
              </a:ext>
            </a:extLst>
          </p:cNvPr>
          <p:cNvSpPr>
            <a:spLocks noGrp="1"/>
          </p:cNvSpPr>
          <p:nvPr>
            <p:ph type="ftr" sz="quarter" idx="11"/>
          </p:nvPr>
        </p:nvSpPr>
        <p:spPr/>
        <p:txBody>
          <a:bodyPr/>
          <a:lstStyle>
            <a:lvl1pPr>
              <a:defRPr/>
            </a:lvl1pPr>
          </a:lstStyle>
          <a:p>
            <a:pPr>
              <a:defRPr/>
            </a:pPr>
            <a:endParaRPr lang="en-GB"/>
          </a:p>
        </p:txBody>
      </p:sp>
      <p:sp>
        <p:nvSpPr>
          <p:cNvPr id="7" name="Slide Number Placeholder 5">
            <a:extLst>
              <a:ext uri="{FF2B5EF4-FFF2-40B4-BE49-F238E27FC236}">
                <a16:creationId xmlns:a16="http://schemas.microsoft.com/office/drawing/2014/main" id="{1C7E3FA6-0067-4165-BBCC-1365B417B5E0}"/>
              </a:ext>
            </a:extLst>
          </p:cNvPr>
          <p:cNvSpPr>
            <a:spLocks noGrp="1"/>
          </p:cNvSpPr>
          <p:nvPr>
            <p:ph type="sldNum" sz="quarter" idx="12"/>
          </p:nvPr>
        </p:nvSpPr>
        <p:spPr/>
        <p:txBody>
          <a:bodyPr/>
          <a:lstStyle>
            <a:lvl1pPr>
              <a:defRPr/>
            </a:lvl1pPr>
          </a:lstStyle>
          <a:p>
            <a:pPr>
              <a:defRPr/>
            </a:pPr>
            <a:endParaRPr lang="en-US"/>
          </a:p>
        </p:txBody>
      </p:sp>
    </p:spTree>
    <p:extLst>
      <p:ext uri="{BB962C8B-B14F-4D97-AF65-F5344CB8AC3E}">
        <p14:creationId xmlns:p14="http://schemas.microsoft.com/office/powerpoint/2010/main" val="13825241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9519D6-C3E2-430F-9624-47C0CFA7D406}"/>
              </a:ext>
            </a:extLst>
          </p:cNvPr>
          <p:cNvSpPr>
            <a:spLocks noGrp="1"/>
          </p:cNvSpPr>
          <p:nvPr>
            <p:ph type="dt" sz="half" idx="10"/>
          </p:nvPr>
        </p:nvSpPr>
        <p:spPr/>
        <p:txBody>
          <a:bodyPr/>
          <a:lstStyle>
            <a:lvl1pPr>
              <a:defRPr/>
            </a:lvl1pPr>
          </a:lstStyle>
          <a:p>
            <a:pPr>
              <a:defRPr/>
            </a:pPr>
            <a:endParaRPr lang="en-GB"/>
          </a:p>
        </p:txBody>
      </p:sp>
      <p:sp>
        <p:nvSpPr>
          <p:cNvPr id="5" name="Footer Placeholder 4">
            <a:extLst>
              <a:ext uri="{FF2B5EF4-FFF2-40B4-BE49-F238E27FC236}">
                <a16:creationId xmlns:a16="http://schemas.microsoft.com/office/drawing/2014/main" id="{8AD1DD1D-C2A1-4CE1-A7A5-A80968CBF8FE}"/>
              </a:ext>
            </a:extLst>
          </p:cNvPr>
          <p:cNvSpPr>
            <a:spLocks noGrp="1"/>
          </p:cNvSpPr>
          <p:nvPr>
            <p:ph type="ftr" sz="quarter" idx="11"/>
          </p:nvPr>
        </p:nvSpPr>
        <p:spPr/>
        <p:txBody>
          <a:bodyPr/>
          <a:lstStyle>
            <a:lvl1pPr>
              <a:defRPr/>
            </a:lvl1pPr>
          </a:lstStyle>
          <a:p>
            <a:pPr>
              <a:defRPr/>
            </a:pPr>
            <a:endParaRPr lang="en-GB"/>
          </a:p>
        </p:txBody>
      </p:sp>
      <p:sp>
        <p:nvSpPr>
          <p:cNvPr id="6" name="Slide Number Placeholder 5">
            <a:extLst>
              <a:ext uri="{FF2B5EF4-FFF2-40B4-BE49-F238E27FC236}">
                <a16:creationId xmlns:a16="http://schemas.microsoft.com/office/drawing/2014/main" id="{CAF005A9-6AB5-4C3E-9377-ECB012B078D4}"/>
              </a:ext>
            </a:extLst>
          </p:cNvPr>
          <p:cNvSpPr>
            <a:spLocks noGrp="1"/>
          </p:cNvSpPr>
          <p:nvPr>
            <p:ph type="sldNum" sz="quarter" idx="12"/>
          </p:nvPr>
        </p:nvSpPr>
        <p:spPr/>
        <p:txBody>
          <a:bodyPr/>
          <a:lstStyle>
            <a:lvl1pPr>
              <a:defRPr/>
            </a:lvl1pPr>
          </a:lstStyle>
          <a:p>
            <a:pPr>
              <a:defRPr/>
            </a:pPr>
            <a:endParaRPr lang="en-US"/>
          </a:p>
        </p:txBody>
      </p:sp>
    </p:spTree>
    <p:extLst>
      <p:ext uri="{BB962C8B-B14F-4D97-AF65-F5344CB8AC3E}">
        <p14:creationId xmlns:p14="http://schemas.microsoft.com/office/powerpoint/2010/main" val="4067226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BCCE87F-B489-4968-8E0F-7671B81B4734}"/>
              </a:ext>
            </a:extLst>
          </p:cNvPr>
          <p:cNvSpPr>
            <a:spLocks noGrp="1"/>
          </p:cNvSpPr>
          <p:nvPr>
            <p:ph type="dt" sz="half" idx="10"/>
          </p:nvPr>
        </p:nvSpPr>
        <p:spPr/>
        <p:txBody>
          <a:bodyPr/>
          <a:lstStyle>
            <a:lvl1pPr>
              <a:defRPr/>
            </a:lvl1pPr>
          </a:lstStyle>
          <a:p>
            <a:pPr>
              <a:defRPr/>
            </a:pPr>
            <a:endParaRPr lang="en-GB"/>
          </a:p>
        </p:txBody>
      </p:sp>
      <p:sp>
        <p:nvSpPr>
          <p:cNvPr id="5" name="Footer Placeholder 4">
            <a:extLst>
              <a:ext uri="{FF2B5EF4-FFF2-40B4-BE49-F238E27FC236}">
                <a16:creationId xmlns:a16="http://schemas.microsoft.com/office/drawing/2014/main" id="{11B8E58D-7A66-4351-9080-5EDEAB7AA023}"/>
              </a:ext>
            </a:extLst>
          </p:cNvPr>
          <p:cNvSpPr>
            <a:spLocks noGrp="1"/>
          </p:cNvSpPr>
          <p:nvPr>
            <p:ph type="ftr" sz="quarter" idx="11"/>
          </p:nvPr>
        </p:nvSpPr>
        <p:spPr/>
        <p:txBody>
          <a:bodyPr/>
          <a:lstStyle>
            <a:lvl1pPr>
              <a:defRPr/>
            </a:lvl1pPr>
          </a:lstStyle>
          <a:p>
            <a:pPr>
              <a:defRPr/>
            </a:pPr>
            <a:endParaRPr lang="en-GB"/>
          </a:p>
        </p:txBody>
      </p:sp>
      <p:sp>
        <p:nvSpPr>
          <p:cNvPr id="6" name="Slide Number Placeholder 5">
            <a:extLst>
              <a:ext uri="{FF2B5EF4-FFF2-40B4-BE49-F238E27FC236}">
                <a16:creationId xmlns:a16="http://schemas.microsoft.com/office/drawing/2014/main" id="{1F09CADB-12AB-4863-8407-090587BFAF6E}"/>
              </a:ext>
            </a:extLst>
          </p:cNvPr>
          <p:cNvSpPr>
            <a:spLocks noGrp="1"/>
          </p:cNvSpPr>
          <p:nvPr>
            <p:ph type="sldNum" sz="quarter" idx="12"/>
          </p:nvPr>
        </p:nvSpPr>
        <p:spPr/>
        <p:txBody>
          <a:bodyPr/>
          <a:lstStyle>
            <a:lvl1pPr>
              <a:defRPr/>
            </a:lvl1pPr>
          </a:lstStyle>
          <a:p>
            <a:pPr>
              <a:defRPr/>
            </a:pPr>
            <a:endParaRPr lang="en-US"/>
          </a:p>
        </p:txBody>
      </p:sp>
    </p:spTree>
    <p:extLst>
      <p:ext uri="{BB962C8B-B14F-4D97-AF65-F5344CB8AC3E}">
        <p14:creationId xmlns:p14="http://schemas.microsoft.com/office/powerpoint/2010/main" val="13401544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600200"/>
            <a:ext cx="4038600" cy="21891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941763"/>
            <a:ext cx="4038600" cy="21891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3C0BC864-D4EE-45C6-B912-B448112F9A69}"/>
              </a:ext>
            </a:extLst>
          </p:cNvPr>
          <p:cNvSpPr>
            <a:spLocks noGrp="1"/>
          </p:cNvSpPr>
          <p:nvPr>
            <p:ph type="dt" sz="half" idx="10"/>
          </p:nvPr>
        </p:nvSpPr>
        <p:spPr>
          <a:xfrm>
            <a:off x="457200" y="6248400"/>
            <a:ext cx="2133600" cy="457200"/>
          </a:xfrm>
        </p:spPr>
        <p:txBody>
          <a:bodyPr/>
          <a:lstStyle>
            <a:lvl1pPr>
              <a:defRPr/>
            </a:lvl1pPr>
          </a:lstStyle>
          <a:p>
            <a:pPr>
              <a:defRPr/>
            </a:pPr>
            <a:endParaRPr lang="en-GB"/>
          </a:p>
        </p:txBody>
      </p:sp>
      <p:sp>
        <p:nvSpPr>
          <p:cNvPr id="7" name="Footer Placeholder 6">
            <a:extLst>
              <a:ext uri="{FF2B5EF4-FFF2-40B4-BE49-F238E27FC236}">
                <a16:creationId xmlns:a16="http://schemas.microsoft.com/office/drawing/2014/main" id="{EC2FAF28-1A8C-4DFF-BF21-78424E245A1E}"/>
              </a:ext>
            </a:extLst>
          </p:cNvPr>
          <p:cNvSpPr>
            <a:spLocks noGrp="1"/>
          </p:cNvSpPr>
          <p:nvPr>
            <p:ph type="ftr" sz="quarter" idx="11"/>
          </p:nvPr>
        </p:nvSpPr>
        <p:spPr>
          <a:xfrm>
            <a:off x="3124200" y="6248400"/>
            <a:ext cx="2895600" cy="457200"/>
          </a:xfrm>
        </p:spPr>
        <p:txBody>
          <a:bodyPr/>
          <a:lstStyle>
            <a:lvl1pPr>
              <a:defRPr/>
            </a:lvl1pPr>
          </a:lstStyle>
          <a:p>
            <a:pPr>
              <a:defRPr/>
            </a:pPr>
            <a:endParaRPr lang="en-GB"/>
          </a:p>
        </p:txBody>
      </p:sp>
      <p:sp>
        <p:nvSpPr>
          <p:cNvPr id="8" name="Slide Number Placeholder 7">
            <a:extLst>
              <a:ext uri="{FF2B5EF4-FFF2-40B4-BE49-F238E27FC236}">
                <a16:creationId xmlns:a16="http://schemas.microsoft.com/office/drawing/2014/main" id="{FB42A97D-34C8-40B8-8677-9EBAB9F41EF5}"/>
              </a:ext>
            </a:extLst>
          </p:cNvPr>
          <p:cNvSpPr>
            <a:spLocks noGrp="1"/>
          </p:cNvSpPr>
          <p:nvPr>
            <p:ph type="sldNum" sz="quarter" idx="12"/>
          </p:nvPr>
        </p:nvSpPr>
        <p:spPr>
          <a:xfrm>
            <a:off x="6553200" y="6248400"/>
            <a:ext cx="2133600" cy="457200"/>
          </a:xfrm>
        </p:spPr>
        <p:txBody>
          <a:bodyPr/>
          <a:lstStyle>
            <a:lvl1pPr>
              <a:defRPr/>
            </a:lvl1pPr>
          </a:lstStyle>
          <a:p>
            <a:pPr>
              <a:defRPr/>
            </a:pPr>
            <a:endParaRPr lang="en-US"/>
          </a:p>
        </p:txBody>
      </p:sp>
    </p:spTree>
    <p:extLst>
      <p:ext uri="{BB962C8B-B14F-4D97-AF65-F5344CB8AC3E}">
        <p14:creationId xmlns:p14="http://schemas.microsoft.com/office/powerpoint/2010/main" val="21122381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woObj">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43000"/>
          </a:xfrm>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600200"/>
            <a:ext cx="4038600" cy="21891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941763"/>
            <a:ext cx="4038600" cy="21891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876054FE-0823-4ABF-AD13-8C1D2DB2D633}"/>
              </a:ext>
            </a:extLst>
          </p:cNvPr>
          <p:cNvSpPr>
            <a:spLocks noGrp="1"/>
          </p:cNvSpPr>
          <p:nvPr>
            <p:ph type="dt" sz="half" idx="10"/>
          </p:nvPr>
        </p:nvSpPr>
        <p:spPr>
          <a:xfrm>
            <a:off x="457200" y="6248400"/>
            <a:ext cx="2133600" cy="457200"/>
          </a:xfrm>
        </p:spPr>
        <p:txBody>
          <a:bodyPr/>
          <a:lstStyle>
            <a:lvl1pPr>
              <a:defRPr/>
            </a:lvl1pPr>
          </a:lstStyle>
          <a:p>
            <a:pPr>
              <a:defRPr/>
            </a:pPr>
            <a:endParaRPr lang="en-GB"/>
          </a:p>
        </p:txBody>
      </p:sp>
      <p:sp>
        <p:nvSpPr>
          <p:cNvPr id="7" name="Footer Placeholder 6">
            <a:extLst>
              <a:ext uri="{FF2B5EF4-FFF2-40B4-BE49-F238E27FC236}">
                <a16:creationId xmlns:a16="http://schemas.microsoft.com/office/drawing/2014/main" id="{3B7BDEC2-44AE-4AFC-B840-019E86D77700}"/>
              </a:ext>
            </a:extLst>
          </p:cNvPr>
          <p:cNvSpPr>
            <a:spLocks noGrp="1"/>
          </p:cNvSpPr>
          <p:nvPr>
            <p:ph type="ftr" sz="quarter" idx="11"/>
          </p:nvPr>
        </p:nvSpPr>
        <p:spPr>
          <a:xfrm>
            <a:off x="3124200" y="6248400"/>
            <a:ext cx="2895600" cy="457200"/>
          </a:xfrm>
        </p:spPr>
        <p:txBody>
          <a:bodyPr/>
          <a:lstStyle>
            <a:lvl1pPr>
              <a:defRPr/>
            </a:lvl1pPr>
          </a:lstStyle>
          <a:p>
            <a:pPr>
              <a:defRPr/>
            </a:pPr>
            <a:endParaRPr lang="en-GB"/>
          </a:p>
        </p:txBody>
      </p:sp>
      <p:sp>
        <p:nvSpPr>
          <p:cNvPr id="8" name="Slide Number Placeholder 7">
            <a:extLst>
              <a:ext uri="{FF2B5EF4-FFF2-40B4-BE49-F238E27FC236}">
                <a16:creationId xmlns:a16="http://schemas.microsoft.com/office/drawing/2014/main" id="{30A63301-2112-4DF7-B6E4-AED3727F8676}"/>
              </a:ext>
            </a:extLst>
          </p:cNvPr>
          <p:cNvSpPr>
            <a:spLocks noGrp="1"/>
          </p:cNvSpPr>
          <p:nvPr>
            <p:ph type="sldNum" sz="quarter" idx="12"/>
          </p:nvPr>
        </p:nvSpPr>
        <p:spPr>
          <a:xfrm>
            <a:off x="6553200" y="6248400"/>
            <a:ext cx="2133600" cy="457200"/>
          </a:xfrm>
        </p:spPr>
        <p:txBody>
          <a:bodyPr/>
          <a:lstStyle>
            <a:lvl1pPr>
              <a:defRPr/>
            </a:lvl1pPr>
          </a:lstStyle>
          <a:p>
            <a:pPr>
              <a:defRPr/>
            </a:pPr>
            <a:endParaRPr lang="en-US"/>
          </a:p>
        </p:txBody>
      </p:sp>
    </p:spTree>
    <p:extLst>
      <p:ext uri="{BB962C8B-B14F-4D97-AF65-F5344CB8AC3E}">
        <p14:creationId xmlns:p14="http://schemas.microsoft.com/office/powerpoint/2010/main" val="33232896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29E18BB-ED85-4D68-8035-47719B81DBD1}"/>
              </a:ext>
            </a:extLst>
          </p:cNvPr>
          <p:cNvSpPr>
            <a:spLocks noGrp="1"/>
          </p:cNvSpPr>
          <p:nvPr>
            <p:ph type="dt" sz="half" idx="10"/>
          </p:nvPr>
        </p:nvSpPr>
        <p:spPr>
          <a:xfrm>
            <a:off x="457200" y="6248400"/>
            <a:ext cx="2133600" cy="457200"/>
          </a:xfrm>
        </p:spPr>
        <p:txBody>
          <a:bodyPr/>
          <a:lstStyle>
            <a:lvl1pPr>
              <a:defRPr/>
            </a:lvl1pPr>
          </a:lstStyle>
          <a:p>
            <a:pPr>
              <a:defRPr/>
            </a:pPr>
            <a:endParaRPr lang="en-GB"/>
          </a:p>
        </p:txBody>
      </p:sp>
      <p:sp>
        <p:nvSpPr>
          <p:cNvPr id="6" name="Footer Placeholder 5">
            <a:extLst>
              <a:ext uri="{FF2B5EF4-FFF2-40B4-BE49-F238E27FC236}">
                <a16:creationId xmlns:a16="http://schemas.microsoft.com/office/drawing/2014/main" id="{5EEFA14A-ABBF-4088-A342-7F361450FE6C}"/>
              </a:ext>
            </a:extLst>
          </p:cNvPr>
          <p:cNvSpPr>
            <a:spLocks noGrp="1"/>
          </p:cNvSpPr>
          <p:nvPr>
            <p:ph type="ftr" sz="quarter" idx="11"/>
          </p:nvPr>
        </p:nvSpPr>
        <p:spPr>
          <a:xfrm>
            <a:off x="3124200" y="6248400"/>
            <a:ext cx="2895600" cy="457200"/>
          </a:xfrm>
        </p:spPr>
        <p:txBody>
          <a:bodyPr/>
          <a:lstStyle>
            <a:lvl1pPr>
              <a:defRPr/>
            </a:lvl1pPr>
          </a:lstStyle>
          <a:p>
            <a:pPr>
              <a:defRPr/>
            </a:pPr>
            <a:endParaRPr lang="en-GB"/>
          </a:p>
        </p:txBody>
      </p:sp>
      <p:sp>
        <p:nvSpPr>
          <p:cNvPr id="7" name="Slide Number Placeholder 6">
            <a:extLst>
              <a:ext uri="{FF2B5EF4-FFF2-40B4-BE49-F238E27FC236}">
                <a16:creationId xmlns:a16="http://schemas.microsoft.com/office/drawing/2014/main" id="{566E66DD-1A7D-4C17-8AF8-727B895F347A}"/>
              </a:ext>
            </a:extLst>
          </p:cNvPr>
          <p:cNvSpPr>
            <a:spLocks noGrp="1"/>
          </p:cNvSpPr>
          <p:nvPr>
            <p:ph type="sldNum" sz="quarter" idx="12"/>
          </p:nvPr>
        </p:nvSpPr>
        <p:spPr>
          <a:xfrm>
            <a:off x="6553200" y="6248400"/>
            <a:ext cx="2133600" cy="457200"/>
          </a:xfrm>
        </p:spPr>
        <p:txBody>
          <a:bodyPr/>
          <a:lstStyle>
            <a:lvl1pPr>
              <a:defRPr/>
            </a:lvl1pPr>
          </a:lstStyle>
          <a:p>
            <a:pPr>
              <a:defRPr/>
            </a:pPr>
            <a:endParaRPr lang="en-US"/>
          </a:p>
        </p:txBody>
      </p:sp>
    </p:spTree>
    <p:extLst>
      <p:ext uri="{BB962C8B-B14F-4D97-AF65-F5344CB8AC3E}">
        <p14:creationId xmlns:p14="http://schemas.microsoft.com/office/powerpoint/2010/main" val="42915626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57CCD26F-C886-44E3-AAD5-92591BED794E}"/>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3B99928D-5AC5-4A29-B370-7D61E0A012CC}"/>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DC52BCC4-7EDE-401D-BB05-93048717154B}"/>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hangingPunct="1">
              <a:defRPr sz="1200">
                <a:solidFill>
                  <a:schemeClr val="tx1">
                    <a:tint val="75000"/>
                  </a:schemeClr>
                </a:solidFill>
              </a:defRPr>
            </a:lvl1pPr>
          </a:lstStyle>
          <a:p>
            <a:pPr>
              <a:defRPr/>
            </a:pPr>
            <a:endParaRPr lang="en-GB"/>
          </a:p>
        </p:txBody>
      </p:sp>
      <p:sp>
        <p:nvSpPr>
          <p:cNvPr id="5" name="Footer Placeholder 4">
            <a:extLst>
              <a:ext uri="{FF2B5EF4-FFF2-40B4-BE49-F238E27FC236}">
                <a16:creationId xmlns:a16="http://schemas.microsoft.com/office/drawing/2014/main" id="{88111A29-E0C1-46BD-977B-E56C6B3706AE}"/>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hangingPunct="1">
              <a:defRPr sz="1200">
                <a:solidFill>
                  <a:schemeClr val="tx1">
                    <a:tint val="75000"/>
                  </a:schemeClr>
                </a:solidFill>
              </a:defRPr>
            </a:lvl1pPr>
          </a:lstStyle>
          <a:p>
            <a:pPr>
              <a:defRPr/>
            </a:pPr>
            <a:endParaRPr lang="en-GB"/>
          </a:p>
        </p:txBody>
      </p:sp>
      <p:sp>
        <p:nvSpPr>
          <p:cNvPr id="6" name="Slide Number Placeholder 5">
            <a:extLst>
              <a:ext uri="{FF2B5EF4-FFF2-40B4-BE49-F238E27FC236}">
                <a16:creationId xmlns:a16="http://schemas.microsoft.com/office/drawing/2014/main" id="{8801B363-41FD-47A0-8670-5EC51C6D8A0B}"/>
              </a:ext>
            </a:extLst>
          </p:cNvPr>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eaLnBrk="1" hangingPunct="1">
              <a:defRPr sz="1200">
                <a:solidFill>
                  <a:schemeClr val="tx1">
                    <a:tint val="75000"/>
                  </a:schemeClr>
                </a:solidFill>
              </a:defRPr>
            </a:lvl1pPr>
          </a:lstStyle>
          <a:p>
            <a:pPr>
              <a:defRPr/>
            </a:pPr>
            <a:endParaRPr lang="en-US"/>
          </a:p>
        </p:txBody>
      </p:sp>
    </p:spTree>
  </p:cSld>
  <p:clrMap bg1="lt1" tx1="dk1" bg2="lt2" tx2="dk2" accent1="accent1" accent2="accent2" accent3="accent3" accent4="accent4" accent5="accent5" accent6="accent6" hlink="hlink" folHlink="folHlink"/>
  <p:sldLayoutIdLst>
    <p:sldLayoutId id="2147483805" r:id="rId1"/>
    <p:sldLayoutId id="2147483795" r:id="rId2"/>
    <p:sldLayoutId id="2147483796" r:id="rId3"/>
    <p:sldLayoutId id="2147483797" r:id="rId4"/>
    <p:sldLayoutId id="2147483798" r:id="rId5"/>
    <p:sldLayoutId id="2147483799" r:id="rId6"/>
    <p:sldLayoutId id="2147483800" r:id="rId7"/>
    <p:sldLayoutId id="2147483801" r:id="rId8"/>
    <p:sldLayoutId id="2147483802" r:id="rId9"/>
    <p:sldLayoutId id="2147483803" r:id="rId10"/>
    <p:sldLayoutId id="2147483804" r:id="rId11"/>
    <p:sldLayoutId id="2147483806" r:id="rId12"/>
    <p:sldLayoutId id="2147483807" r:id="rId13"/>
    <p:sldLayoutId id="2147483808" r:id="rId14"/>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emf"/><Relationship Id="rId7" Type="http://schemas.openxmlformats.org/officeDocument/2006/relationships/image" Target="../media/image3.emf"/><Relationship Id="rId2" Type="http://schemas.openxmlformats.org/officeDocument/2006/relationships/oleObject" Target="../embeddings/oleObject1.bin"/><Relationship Id="rId1" Type="http://schemas.openxmlformats.org/officeDocument/2006/relationships/slideLayout" Target="../slideLayouts/slideLayout12.xml"/><Relationship Id="rId6" Type="http://schemas.openxmlformats.org/officeDocument/2006/relationships/oleObject" Target="../embeddings/oleObject3.bin"/><Relationship Id="rId5" Type="http://schemas.openxmlformats.org/officeDocument/2006/relationships/image" Target="../media/image2.emf"/><Relationship Id="rId4" Type="http://schemas.openxmlformats.org/officeDocument/2006/relationships/oleObject" Target="../embeddings/oleObject2.bin"/></Relationships>
</file>

<file path=ppt/slides/_rels/slide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oleObject" Target="../embeddings/oleObject4.bin"/><Relationship Id="rId1" Type="http://schemas.openxmlformats.org/officeDocument/2006/relationships/slideLayout" Target="../slideLayouts/slideLayout12.xml"/><Relationship Id="rId5" Type="http://schemas.openxmlformats.org/officeDocument/2006/relationships/image" Target="../media/image5.emf"/><Relationship Id="rId4" Type="http://schemas.openxmlformats.org/officeDocument/2006/relationships/oleObject" Target="../embeddings/oleObject5.bin"/></Relationships>
</file>

<file path=ppt/slides/_rels/slide4.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6.bin"/><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emf"/><Relationship Id="rId7" Type="http://schemas.openxmlformats.org/officeDocument/2006/relationships/image" Target="../media/image9.emf"/><Relationship Id="rId2" Type="http://schemas.openxmlformats.org/officeDocument/2006/relationships/oleObject" Target="../embeddings/oleObject7.bin"/><Relationship Id="rId1" Type="http://schemas.openxmlformats.org/officeDocument/2006/relationships/slideLayout" Target="../slideLayouts/slideLayout12.xml"/><Relationship Id="rId6" Type="http://schemas.openxmlformats.org/officeDocument/2006/relationships/oleObject" Target="../embeddings/oleObject9.bin"/><Relationship Id="rId5" Type="http://schemas.openxmlformats.org/officeDocument/2006/relationships/image" Target="../media/image8.emf"/><Relationship Id="rId4" Type="http://schemas.openxmlformats.org/officeDocument/2006/relationships/oleObject" Target="../embeddings/oleObject8.bin"/></Relationships>
</file>

<file path=ppt/slides/_rels/slide6.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oleObject" Target="../embeddings/oleObject10.bin"/><Relationship Id="rId1" Type="http://schemas.openxmlformats.org/officeDocument/2006/relationships/slideLayout" Target="../slideLayouts/slideLayout12.xml"/><Relationship Id="rId5" Type="http://schemas.openxmlformats.org/officeDocument/2006/relationships/image" Target="../media/image11.emf"/><Relationship Id="rId4" Type="http://schemas.openxmlformats.org/officeDocument/2006/relationships/oleObject" Target="../embeddings/oleObject11.bin"/></Relationships>
</file>

<file path=ppt/slides/_rels/slide7.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oleObject" Target="../embeddings/oleObject12.bin"/><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notesSlide" Target="../notesSlides/notesSlide2.xml"/><Relationship Id="rId1" Type="http://schemas.openxmlformats.org/officeDocument/2006/relationships/slideLayout" Target="../slideLayouts/slideLayout14.xml"/><Relationship Id="rId4" Type="http://schemas.openxmlformats.org/officeDocument/2006/relationships/image" Target="../media/image23.emf"/></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notesSlide" Target="../notesSlides/notesSlide3.xml"/><Relationship Id="rId1" Type="http://schemas.openxmlformats.org/officeDocument/2006/relationships/slideLayout" Target="../slideLayouts/slideLayout14.xml"/><Relationship Id="rId4" Type="http://schemas.openxmlformats.org/officeDocument/2006/relationships/image" Target="../media/image24.emf"/></Relationships>
</file>

<file path=ppt/slides/_rels/slide16.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oleObject" Target="../embeddings/oleObject15.bin"/><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oleObject" Target="../embeddings/oleObject16.bin"/><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oleObject" Target="../embeddings/oleObject17.bin"/><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oleObject" Target="../embeddings/oleObject18.bin"/><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oleObject" Target="../embeddings/oleObject19.bin"/><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oleObject" Target="../embeddings/oleObject20.bin"/><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notesSlide" Target="../notesSlides/notesSlide4.xml"/><Relationship Id="rId1" Type="http://schemas.openxmlformats.org/officeDocument/2006/relationships/slideLayout" Target="../slideLayouts/slideLayout14.xml"/><Relationship Id="rId4" Type="http://schemas.openxmlformats.org/officeDocument/2006/relationships/image" Target="../media/image31.emf"/></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notesSlide" Target="../notesSlides/notesSlide5.xml"/><Relationship Id="rId1" Type="http://schemas.openxmlformats.org/officeDocument/2006/relationships/slideLayout" Target="../slideLayouts/slideLayout14.xml"/><Relationship Id="rId4" Type="http://schemas.openxmlformats.org/officeDocument/2006/relationships/image" Target="../media/image32.emf"/></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170" name="Text Box 8">
            <a:extLst>
              <a:ext uri="{FF2B5EF4-FFF2-40B4-BE49-F238E27FC236}">
                <a16:creationId xmlns:a16="http://schemas.microsoft.com/office/drawing/2014/main" id="{8AF5648B-3525-4EB5-BD5C-312529366F65}"/>
              </a:ext>
            </a:extLst>
          </p:cNvPr>
          <p:cNvSpPr txBox="1">
            <a:spLocks noChangeArrowheads="1"/>
          </p:cNvSpPr>
          <p:nvPr/>
        </p:nvSpPr>
        <p:spPr bwMode="auto">
          <a:xfrm>
            <a:off x="990600" y="1568450"/>
            <a:ext cx="7010400" cy="31700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lgn="ctr">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US" altLang="en-US" dirty="0">
                <a:latin typeface="Folio"/>
              </a:rPr>
              <a:t>Digital Logic Design</a:t>
            </a:r>
          </a:p>
          <a:p>
            <a:pPr algn="ctr" eaLnBrk="1" hangingPunct="1">
              <a:spcBef>
                <a:spcPct val="50000"/>
              </a:spcBef>
              <a:buFontTx/>
              <a:buNone/>
            </a:pPr>
            <a:endParaRPr lang="en-US" altLang="en-US" sz="2800" dirty="0">
              <a:latin typeface="Arial" panose="020B0604020202020204" pitchFamily="34" charset="0"/>
            </a:endParaRPr>
          </a:p>
          <a:p>
            <a:pPr algn="ctr" eaLnBrk="1" hangingPunct="1">
              <a:spcBef>
                <a:spcPct val="50000"/>
              </a:spcBef>
              <a:buFontTx/>
              <a:buNone/>
            </a:pPr>
            <a:endParaRPr lang="en-US" altLang="en-US" sz="2800" dirty="0">
              <a:latin typeface="Arial" panose="020B0604020202020204" pitchFamily="34" charset="0"/>
            </a:endParaRPr>
          </a:p>
          <a:p>
            <a:pPr algn="ctr" eaLnBrk="1" hangingPunct="1">
              <a:spcBef>
                <a:spcPct val="50000"/>
              </a:spcBef>
              <a:buFontTx/>
              <a:buNone/>
            </a:pPr>
            <a:endParaRPr lang="en-US" altLang="en-US" sz="2800" dirty="0">
              <a:latin typeface="Arial" panose="020B0604020202020204" pitchFamily="34" charset="0"/>
            </a:endParaRPr>
          </a:p>
          <a:p>
            <a:pPr algn="ctr" eaLnBrk="1" hangingPunct="1">
              <a:spcBef>
                <a:spcPct val="50000"/>
              </a:spcBef>
              <a:buFontTx/>
              <a:buNone/>
            </a:pPr>
            <a:r>
              <a:rPr lang="en-US" altLang="en-US" sz="2800" dirty="0">
                <a:latin typeface="Arial" panose="020B0604020202020204" pitchFamily="34" charset="0"/>
              </a:rPr>
              <a:t>Lecture 05</a:t>
            </a:r>
          </a:p>
        </p:txBody>
      </p:sp>
      <p:sp>
        <p:nvSpPr>
          <p:cNvPr id="7172" name="TextBox 3">
            <a:extLst>
              <a:ext uri="{FF2B5EF4-FFF2-40B4-BE49-F238E27FC236}">
                <a16:creationId xmlns:a16="http://schemas.microsoft.com/office/drawing/2014/main" id="{F10E962D-DCC4-4565-9D91-BF4EC4854FCB}"/>
              </a:ext>
            </a:extLst>
          </p:cNvPr>
          <p:cNvSpPr txBox="1">
            <a:spLocks noChangeArrowheads="1"/>
          </p:cNvSpPr>
          <p:nvPr/>
        </p:nvSpPr>
        <p:spPr bwMode="auto">
          <a:xfrm>
            <a:off x="2038768" y="3073400"/>
            <a:ext cx="4990277"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dirty="0">
                <a:latin typeface="Arial" panose="020B0604020202020204" pitchFamily="34" charset="0"/>
              </a:rPr>
              <a:t>Dr. Syed Zulqadar Hassan</a:t>
            </a:r>
          </a:p>
          <a:p>
            <a:pPr algn="ctr" eaLnBrk="1" hangingPunct="1">
              <a:spcBef>
                <a:spcPct val="0"/>
              </a:spcBef>
              <a:buFontTx/>
              <a:buNone/>
            </a:pPr>
            <a:endParaRPr lang="en-US" altLang="en-US" dirty="0">
              <a:latin typeface="Arial" panose="020B0604020202020204" pitchFamily="34" charset="0"/>
            </a:endParaRPr>
          </a:p>
        </p:txBody>
      </p:sp>
    </p:spTree>
  </p:cSld>
  <p:clrMapOvr>
    <a:masterClrMapping/>
  </p:clrMapOvr>
  <p:transition advTm="22432"/>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AD41CF35-1094-484C-8ABA-5CCE1F134E47}"/>
              </a:ext>
            </a:extLst>
          </p:cNvPr>
          <p:cNvSpPr>
            <a:spLocks noGrp="1" noChangeArrowheads="1"/>
          </p:cNvSpPr>
          <p:nvPr>
            <p:ph type="title"/>
          </p:nvPr>
        </p:nvSpPr>
        <p:spPr/>
        <p:txBody>
          <a:bodyPr/>
          <a:lstStyle/>
          <a:p>
            <a:pPr eaLnBrk="1" hangingPunct="1"/>
            <a:r>
              <a:rPr lang="en-GB" altLang="en-US" sz="3200">
                <a:latin typeface="Arial" panose="020B0604020202020204" pitchFamily="34" charset="0"/>
                <a:cs typeface="Arial" panose="020B0604020202020204" pitchFamily="34" charset="0"/>
              </a:rPr>
              <a:t>NAND Gate</a:t>
            </a:r>
          </a:p>
        </p:txBody>
      </p:sp>
      <p:sp>
        <p:nvSpPr>
          <p:cNvPr id="27651" name="Rectangle 3">
            <a:extLst>
              <a:ext uri="{FF2B5EF4-FFF2-40B4-BE49-F238E27FC236}">
                <a16:creationId xmlns:a16="http://schemas.microsoft.com/office/drawing/2014/main" id="{C1D9832D-0011-4044-8767-DEA1FC17D01B}"/>
              </a:ext>
            </a:extLst>
          </p:cNvPr>
          <p:cNvSpPr>
            <a:spLocks noGrp="1" noChangeArrowheads="1"/>
          </p:cNvSpPr>
          <p:nvPr>
            <p:ph type="body" sz="half" idx="1"/>
          </p:nvPr>
        </p:nvSpPr>
        <p:spPr>
          <a:xfrm>
            <a:off x="457200" y="1676400"/>
            <a:ext cx="8077200" cy="2819400"/>
          </a:xfrm>
        </p:spPr>
        <p:txBody>
          <a:bodyPr/>
          <a:lstStyle/>
          <a:p>
            <a:pPr eaLnBrk="1" hangingPunct="1"/>
            <a:r>
              <a:rPr lang="en-GB" altLang="en-US" sz="2800"/>
              <a:t>1 output</a:t>
            </a:r>
          </a:p>
          <a:p>
            <a:pPr eaLnBrk="1" hangingPunct="1"/>
            <a:r>
              <a:rPr lang="en-GB" altLang="en-US" sz="2800"/>
              <a:t>2 inputs</a:t>
            </a:r>
          </a:p>
          <a:p>
            <a:pPr eaLnBrk="1" hangingPunct="1"/>
            <a:r>
              <a:rPr lang="en-GB" altLang="en-US" sz="2800"/>
              <a:t>3 inputs</a:t>
            </a:r>
          </a:p>
          <a:p>
            <a:pPr eaLnBrk="1" hangingPunct="1"/>
            <a:r>
              <a:rPr lang="en-GB" altLang="en-US" sz="2800"/>
              <a:t>4 inputs</a:t>
            </a:r>
          </a:p>
          <a:p>
            <a:pPr eaLnBrk="1" hangingPunct="1"/>
            <a:r>
              <a:rPr lang="en-GB" altLang="en-US" sz="2800"/>
              <a:t>Multiple inputs</a:t>
            </a:r>
          </a:p>
        </p:txBody>
      </p:sp>
      <p:graphicFrame>
        <p:nvGraphicFramePr>
          <p:cNvPr id="27652" name="Object 7">
            <a:extLst>
              <a:ext uri="{FF2B5EF4-FFF2-40B4-BE49-F238E27FC236}">
                <a16:creationId xmlns:a16="http://schemas.microsoft.com/office/drawing/2014/main" id="{534601B4-F027-4C87-B6BD-595DFE94F680}"/>
              </a:ext>
            </a:extLst>
          </p:cNvPr>
          <p:cNvGraphicFramePr>
            <a:graphicFrameLocks noGrp="1" noChangeAspect="1"/>
          </p:cNvGraphicFramePr>
          <p:nvPr>
            <p:ph sz="quarter" idx="2"/>
          </p:nvPr>
        </p:nvGraphicFramePr>
        <p:xfrm>
          <a:off x="5715000" y="2265363"/>
          <a:ext cx="1371600" cy="858837"/>
        </p:xfrm>
        <a:graphic>
          <a:graphicData uri="http://schemas.openxmlformats.org/presentationml/2006/ole">
            <mc:AlternateContent xmlns:mc="http://schemas.openxmlformats.org/markup-compatibility/2006">
              <mc:Choice xmlns:v="urn:schemas-microsoft-com:vml" Requires="v">
                <p:oleObj name="Visio" r:id="rId2" imgW="3126029" imgH="1959559" progId="Visio.Drawing.6">
                  <p:embed/>
                </p:oleObj>
              </mc:Choice>
              <mc:Fallback>
                <p:oleObj name="Visio" r:id="rId2" imgW="3126029" imgH="1959559" progId="Visio.Drawing.6">
                  <p:embed/>
                  <p:pic>
                    <p:nvPicPr>
                      <p:cNvPr id="27652" name="Object 7">
                        <a:extLst>
                          <a:ext uri="{FF2B5EF4-FFF2-40B4-BE49-F238E27FC236}">
                            <a16:creationId xmlns:a16="http://schemas.microsoft.com/office/drawing/2014/main" id="{534601B4-F027-4C87-B6BD-595DFE94F6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5000" y="2265363"/>
                        <a:ext cx="1371600" cy="8588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653" name="Object 6">
            <a:extLst>
              <a:ext uri="{FF2B5EF4-FFF2-40B4-BE49-F238E27FC236}">
                <a16:creationId xmlns:a16="http://schemas.microsoft.com/office/drawing/2014/main" id="{FA2130B1-D4E3-44A0-993A-F2A4071AC7AB}"/>
              </a:ext>
            </a:extLst>
          </p:cNvPr>
          <p:cNvGraphicFramePr>
            <a:graphicFrameLocks noGrp="1" noChangeAspect="1"/>
          </p:cNvGraphicFramePr>
          <p:nvPr>
            <p:ph sz="quarter" idx="3"/>
          </p:nvPr>
        </p:nvGraphicFramePr>
        <p:xfrm>
          <a:off x="5837238" y="3352800"/>
          <a:ext cx="1020762" cy="838200"/>
        </p:xfrm>
        <a:graphic>
          <a:graphicData uri="http://schemas.openxmlformats.org/presentationml/2006/ole">
            <mc:AlternateContent xmlns:mc="http://schemas.openxmlformats.org/markup-compatibility/2006">
              <mc:Choice xmlns:v="urn:schemas-microsoft-com:vml" Requires="v">
                <p:oleObj name="Visio" r:id="rId4" imgW="1474622" imgH="1211580" progId="Visio.Drawing.6">
                  <p:embed/>
                </p:oleObj>
              </mc:Choice>
              <mc:Fallback>
                <p:oleObj name="Visio" r:id="rId4" imgW="1474622" imgH="1211580" progId="Visio.Drawing.6">
                  <p:embed/>
                  <p:pic>
                    <p:nvPicPr>
                      <p:cNvPr id="27653" name="Object 6">
                        <a:extLst>
                          <a:ext uri="{FF2B5EF4-FFF2-40B4-BE49-F238E27FC236}">
                            <a16:creationId xmlns:a16="http://schemas.microsoft.com/office/drawing/2014/main" id="{FA2130B1-D4E3-44A0-993A-F2A4071AC7A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37238" y="3352800"/>
                        <a:ext cx="1020762" cy="838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cap="flat" cmpd="sng"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7654" name="Rectangle 4">
            <a:extLst>
              <a:ext uri="{FF2B5EF4-FFF2-40B4-BE49-F238E27FC236}">
                <a16:creationId xmlns:a16="http://schemas.microsoft.com/office/drawing/2014/main" id="{034F3705-87C4-47E6-A056-B0B0E9B81DBA}"/>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lgn="ctr">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endParaRPr lang="en-US" altLang="en-US">
              <a:latin typeface="Arial" panose="020B0604020202020204" pitchFamily="34" charset="0"/>
            </a:endParaRPr>
          </a:p>
        </p:txBody>
      </p:sp>
      <p:graphicFrame>
        <p:nvGraphicFramePr>
          <p:cNvPr id="27655" name="Object 5">
            <a:extLst>
              <a:ext uri="{FF2B5EF4-FFF2-40B4-BE49-F238E27FC236}">
                <a16:creationId xmlns:a16="http://schemas.microsoft.com/office/drawing/2014/main" id="{49CB8D7E-76D2-44E1-B802-7CEB69A52AC2}"/>
              </a:ext>
            </a:extLst>
          </p:cNvPr>
          <p:cNvGraphicFramePr>
            <a:graphicFrameLocks noChangeAspect="1"/>
          </p:cNvGraphicFramePr>
          <p:nvPr/>
        </p:nvGraphicFramePr>
        <p:xfrm>
          <a:off x="5867400" y="4495800"/>
          <a:ext cx="1104900" cy="865188"/>
        </p:xfrm>
        <a:graphic>
          <a:graphicData uri="http://schemas.openxmlformats.org/presentationml/2006/ole">
            <mc:AlternateContent xmlns:mc="http://schemas.openxmlformats.org/markup-compatibility/2006">
              <mc:Choice xmlns:v="urn:schemas-microsoft-com:vml" Requires="v">
                <p:oleObj name="Visio" r:id="rId6" imgW="3126029" imgH="1959559" progId="Visio.Drawing.6">
                  <p:embed/>
                </p:oleObj>
              </mc:Choice>
              <mc:Fallback>
                <p:oleObj name="Visio" r:id="rId6" imgW="3126029" imgH="1959559" progId="Visio.Drawing.6">
                  <p:embed/>
                  <p:pic>
                    <p:nvPicPr>
                      <p:cNvPr id="27655" name="Object 5">
                        <a:extLst>
                          <a:ext uri="{FF2B5EF4-FFF2-40B4-BE49-F238E27FC236}">
                            <a16:creationId xmlns:a16="http://schemas.microsoft.com/office/drawing/2014/main" id="{49CB8D7E-76D2-44E1-B802-7CEB69A52AC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867400" y="4495800"/>
                        <a:ext cx="1104900" cy="865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advTm="17904"/>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6BBA0D6A-E9A1-4231-BF04-5660D3739FA4}"/>
              </a:ext>
            </a:extLst>
          </p:cNvPr>
          <p:cNvSpPr>
            <a:spLocks noGrp="1" noChangeArrowheads="1"/>
          </p:cNvSpPr>
          <p:nvPr>
            <p:ph type="title"/>
          </p:nvPr>
        </p:nvSpPr>
        <p:spPr/>
        <p:txBody>
          <a:bodyPr/>
          <a:lstStyle/>
          <a:p>
            <a:pPr eaLnBrk="1" hangingPunct="1"/>
            <a:r>
              <a:rPr lang="en-GB" altLang="en-US" sz="3800">
                <a:latin typeface="Arial" panose="020B0604020202020204" pitchFamily="34" charset="0"/>
                <a:cs typeface="Arial" panose="020B0604020202020204" pitchFamily="34" charset="0"/>
              </a:rPr>
              <a:t>NAND Gate function</a:t>
            </a:r>
          </a:p>
        </p:txBody>
      </p:sp>
      <p:sp>
        <p:nvSpPr>
          <p:cNvPr id="28675" name="Rectangle 3">
            <a:extLst>
              <a:ext uri="{FF2B5EF4-FFF2-40B4-BE49-F238E27FC236}">
                <a16:creationId xmlns:a16="http://schemas.microsoft.com/office/drawing/2014/main" id="{30E02FC0-6BDD-40F1-8470-46FAC0C6F18E}"/>
              </a:ext>
            </a:extLst>
          </p:cNvPr>
          <p:cNvSpPr>
            <a:spLocks noGrp="1" noChangeArrowheads="1"/>
          </p:cNvSpPr>
          <p:nvPr>
            <p:ph type="body" sz="half" idx="1"/>
          </p:nvPr>
        </p:nvSpPr>
        <p:spPr>
          <a:xfrm>
            <a:off x="457200" y="1600200"/>
            <a:ext cx="8305800" cy="762000"/>
          </a:xfrm>
        </p:spPr>
        <p:txBody>
          <a:bodyPr/>
          <a:lstStyle/>
          <a:p>
            <a:pPr marL="609600" indent="-609600" eaLnBrk="1" hangingPunct="1"/>
            <a:r>
              <a:rPr lang="en-GB" altLang="en-US" sz="2800"/>
              <a:t>NOT-AND function</a:t>
            </a:r>
          </a:p>
        </p:txBody>
      </p:sp>
      <p:graphicFrame>
        <p:nvGraphicFramePr>
          <p:cNvPr id="306180" name="Group 4">
            <a:extLst>
              <a:ext uri="{FF2B5EF4-FFF2-40B4-BE49-F238E27FC236}">
                <a16:creationId xmlns:a16="http://schemas.microsoft.com/office/drawing/2014/main" id="{3F281C41-EB0C-4A44-8448-3596B2055BE6}"/>
              </a:ext>
            </a:extLst>
          </p:cNvPr>
          <p:cNvGraphicFramePr>
            <a:graphicFrameLocks noGrp="1"/>
          </p:cNvGraphicFramePr>
          <p:nvPr>
            <p:ph sz="quarter" idx="2"/>
          </p:nvPr>
        </p:nvGraphicFramePr>
        <p:xfrm>
          <a:off x="914400" y="2438400"/>
          <a:ext cx="3429000" cy="3108528"/>
        </p:xfrm>
        <a:graphic>
          <a:graphicData uri="http://schemas.openxmlformats.org/drawingml/2006/table">
            <a:tbl>
              <a:tblPr/>
              <a:tblGrid>
                <a:gridCol w="10160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gridCol w="1397000">
                  <a:extLst>
                    <a:ext uri="{9D8B030D-6E8A-4147-A177-3AD203B41FA5}">
                      <a16:colId xmlns:a16="http://schemas.microsoft.com/office/drawing/2014/main" val="20002"/>
                    </a:ext>
                  </a:extLst>
                </a:gridCol>
              </a:tblGrid>
              <a:tr h="518054">
                <a:tc gridSpan="2">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GB" sz="2800" b="0" i="0" u="none" strike="noStrike" cap="none" normalizeH="0" baseline="0">
                          <a:ln>
                            <a:noFill/>
                          </a:ln>
                          <a:solidFill>
                            <a:schemeClr val="tx1"/>
                          </a:solidFill>
                          <a:effectLst/>
                          <a:latin typeface="Arial" pitchFamily="34" charset="0"/>
                        </a:rPr>
                        <a:t>Input</a:t>
                      </a:r>
                    </a:p>
                  </a:txBody>
                  <a:tcPr marT="45684" marB="4568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GB" sz="2800" b="0" i="0" u="none" strike="noStrike" cap="none" normalizeH="0" baseline="0">
                          <a:ln>
                            <a:noFill/>
                          </a:ln>
                          <a:solidFill>
                            <a:schemeClr val="tx1"/>
                          </a:solidFill>
                          <a:effectLst/>
                          <a:latin typeface="Arial" pitchFamily="34" charset="0"/>
                        </a:rPr>
                        <a:t>Output</a:t>
                      </a:r>
                    </a:p>
                  </a:txBody>
                  <a:tcPr marT="45684" marB="4568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18054">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GB" sz="2800" b="0" i="0" u="none" strike="noStrike" cap="none" normalizeH="0" baseline="0">
                          <a:ln>
                            <a:noFill/>
                          </a:ln>
                          <a:solidFill>
                            <a:schemeClr val="tx1"/>
                          </a:solidFill>
                          <a:effectLst/>
                          <a:latin typeface="Arial" pitchFamily="34" charset="0"/>
                        </a:rPr>
                        <a:t>A</a:t>
                      </a:r>
                    </a:p>
                  </a:txBody>
                  <a:tcPr marT="45684" marB="4568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GB" sz="2800" b="0" i="0" u="none" strike="noStrike" cap="none" normalizeH="0" baseline="0">
                          <a:ln>
                            <a:noFill/>
                          </a:ln>
                          <a:solidFill>
                            <a:schemeClr val="tx1"/>
                          </a:solidFill>
                          <a:effectLst/>
                          <a:latin typeface="Arial" pitchFamily="34" charset="0"/>
                        </a:rPr>
                        <a:t>B</a:t>
                      </a:r>
                    </a:p>
                  </a:txBody>
                  <a:tcPr marT="45684" marB="4568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GB" sz="2800" b="0" i="0" u="none" strike="noStrike" cap="none" normalizeH="0" baseline="0">
                          <a:ln>
                            <a:noFill/>
                          </a:ln>
                          <a:solidFill>
                            <a:schemeClr val="tx1"/>
                          </a:solidFill>
                          <a:effectLst/>
                          <a:latin typeface="Arial" pitchFamily="34" charset="0"/>
                        </a:rPr>
                        <a:t>F</a:t>
                      </a:r>
                    </a:p>
                  </a:txBody>
                  <a:tcPr marT="45684" marB="4568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8054">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GB" sz="2800" b="0" i="0" u="none" strike="noStrike" cap="none" normalizeH="0" baseline="0">
                          <a:ln>
                            <a:noFill/>
                          </a:ln>
                          <a:solidFill>
                            <a:schemeClr val="tx1"/>
                          </a:solidFill>
                          <a:effectLst/>
                          <a:latin typeface="Arial" pitchFamily="34" charset="0"/>
                        </a:rPr>
                        <a:t>0</a:t>
                      </a:r>
                    </a:p>
                  </a:txBody>
                  <a:tcPr marT="45684" marB="4568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GB" sz="2800" b="0" i="0" u="none" strike="noStrike" cap="none" normalizeH="0" baseline="0">
                          <a:ln>
                            <a:noFill/>
                          </a:ln>
                          <a:solidFill>
                            <a:schemeClr val="tx1"/>
                          </a:solidFill>
                          <a:effectLst/>
                          <a:latin typeface="Arial" pitchFamily="34" charset="0"/>
                        </a:rPr>
                        <a:t>0</a:t>
                      </a:r>
                    </a:p>
                  </a:txBody>
                  <a:tcPr marT="45684" marB="4568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GB" sz="2800" b="0" i="0" u="none" strike="noStrike" cap="none" normalizeH="0" baseline="0">
                          <a:ln>
                            <a:noFill/>
                          </a:ln>
                          <a:solidFill>
                            <a:schemeClr val="tx1"/>
                          </a:solidFill>
                          <a:effectLst/>
                          <a:latin typeface="Arial" pitchFamily="34" charset="0"/>
                        </a:rPr>
                        <a:t>1</a:t>
                      </a:r>
                    </a:p>
                  </a:txBody>
                  <a:tcPr marT="45684" marB="4568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8054">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GB" sz="2800" b="0" i="0" u="none" strike="noStrike" cap="none" normalizeH="0" baseline="0">
                          <a:ln>
                            <a:noFill/>
                          </a:ln>
                          <a:solidFill>
                            <a:schemeClr val="tx1"/>
                          </a:solidFill>
                          <a:effectLst/>
                          <a:latin typeface="Arial" pitchFamily="34" charset="0"/>
                        </a:rPr>
                        <a:t>0</a:t>
                      </a:r>
                    </a:p>
                  </a:txBody>
                  <a:tcPr marT="45684" marB="4568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GB" sz="2800" b="0" i="0" u="none" strike="noStrike" cap="none" normalizeH="0" baseline="0">
                          <a:ln>
                            <a:noFill/>
                          </a:ln>
                          <a:solidFill>
                            <a:schemeClr val="tx1"/>
                          </a:solidFill>
                          <a:effectLst/>
                          <a:latin typeface="Arial" pitchFamily="34" charset="0"/>
                        </a:rPr>
                        <a:t>1</a:t>
                      </a:r>
                    </a:p>
                  </a:txBody>
                  <a:tcPr marT="45684" marB="4568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GB" sz="2800" b="0" i="0" u="none" strike="noStrike" cap="none" normalizeH="0" baseline="0">
                          <a:ln>
                            <a:noFill/>
                          </a:ln>
                          <a:solidFill>
                            <a:schemeClr val="tx1"/>
                          </a:solidFill>
                          <a:effectLst/>
                          <a:latin typeface="Arial" pitchFamily="34" charset="0"/>
                        </a:rPr>
                        <a:t>1</a:t>
                      </a:r>
                    </a:p>
                  </a:txBody>
                  <a:tcPr marT="45684" marB="4568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18054">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GB" sz="2800" b="0" i="0" u="none" strike="noStrike" cap="none" normalizeH="0" baseline="0">
                          <a:ln>
                            <a:noFill/>
                          </a:ln>
                          <a:solidFill>
                            <a:schemeClr val="tx1"/>
                          </a:solidFill>
                          <a:effectLst/>
                          <a:latin typeface="Arial" pitchFamily="34" charset="0"/>
                        </a:rPr>
                        <a:t>1</a:t>
                      </a:r>
                    </a:p>
                  </a:txBody>
                  <a:tcPr marT="45684" marB="4568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GB" sz="2800" b="0" i="0" u="none" strike="noStrike" cap="none" normalizeH="0" baseline="0">
                          <a:ln>
                            <a:noFill/>
                          </a:ln>
                          <a:solidFill>
                            <a:schemeClr val="tx1"/>
                          </a:solidFill>
                          <a:effectLst/>
                          <a:latin typeface="Arial" pitchFamily="34" charset="0"/>
                        </a:rPr>
                        <a:t>0</a:t>
                      </a:r>
                    </a:p>
                  </a:txBody>
                  <a:tcPr marT="45684" marB="4568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GB" sz="2800" b="0" i="0" u="none" strike="noStrike" cap="none" normalizeH="0" baseline="0">
                          <a:ln>
                            <a:noFill/>
                          </a:ln>
                          <a:solidFill>
                            <a:schemeClr val="tx1"/>
                          </a:solidFill>
                          <a:effectLst/>
                          <a:latin typeface="Arial" pitchFamily="34" charset="0"/>
                        </a:rPr>
                        <a:t>1</a:t>
                      </a:r>
                    </a:p>
                  </a:txBody>
                  <a:tcPr marT="45684" marB="4568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18054">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GB" sz="2800" b="0" i="0" u="none" strike="noStrike" cap="none" normalizeH="0" baseline="0">
                          <a:ln>
                            <a:noFill/>
                          </a:ln>
                          <a:solidFill>
                            <a:schemeClr val="tx1"/>
                          </a:solidFill>
                          <a:effectLst/>
                          <a:latin typeface="Arial" pitchFamily="34" charset="0"/>
                        </a:rPr>
                        <a:t>1</a:t>
                      </a:r>
                    </a:p>
                  </a:txBody>
                  <a:tcPr marT="45684" marB="4568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GB" sz="2800" b="0" i="0" u="none" strike="noStrike" cap="none" normalizeH="0" baseline="0">
                          <a:ln>
                            <a:noFill/>
                          </a:ln>
                          <a:solidFill>
                            <a:schemeClr val="tx1"/>
                          </a:solidFill>
                          <a:effectLst/>
                          <a:latin typeface="Arial" pitchFamily="34" charset="0"/>
                        </a:rPr>
                        <a:t>1</a:t>
                      </a:r>
                    </a:p>
                  </a:txBody>
                  <a:tcPr marT="45684" marB="4568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GB" sz="2800" b="0" i="0" u="none" strike="noStrike" cap="none" normalizeH="0" baseline="0">
                          <a:ln>
                            <a:noFill/>
                          </a:ln>
                          <a:solidFill>
                            <a:schemeClr val="tx1"/>
                          </a:solidFill>
                          <a:effectLst/>
                          <a:latin typeface="Arial" pitchFamily="34" charset="0"/>
                        </a:rPr>
                        <a:t>0</a:t>
                      </a:r>
                    </a:p>
                  </a:txBody>
                  <a:tcPr marT="45684" marB="4568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graphicFrame>
        <p:nvGraphicFramePr>
          <p:cNvPr id="28705" name="Object 34">
            <a:extLst>
              <a:ext uri="{FF2B5EF4-FFF2-40B4-BE49-F238E27FC236}">
                <a16:creationId xmlns:a16="http://schemas.microsoft.com/office/drawing/2014/main" id="{84DC3868-E90B-4A8E-92A5-849776F7C785}"/>
              </a:ext>
            </a:extLst>
          </p:cNvPr>
          <p:cNvGraphicFramePr>
            <a:graphicFrameLocks noGrp="1" noChangeAspect="1"/>
          </p:cNvGraphicFramePr>
          <p:nvPr>
            <p:ph sz="quarter" idx="3"/>
          </p:nvPr>
        </p:nvGraphicFramePr>
        <p:xfrm>
          <a:off x="5116513" y="2667000"/>
          <a:ext cx="1739900" cy="568325"/>
        </p:xfrm>
        <a:graphic>
          <a:graphicData uri="http://schemas.openxmlformats.org/presentationml/2006/ole">
            <mc:AlternateContent xmlns:mc="http://schemas.openxmlformats.org/markup-compatibility/2006">
              <mc:Choice xmlns:v="urn:schemas-microsoft-com:vml" Requires="v">
                <p:oleObj name="Equation" r:id="rId2" imgW="571507" imgH="152368" progId="Equation.3">
                  <p:embed/>
                </p:oleObj>
              </mc:Choice>
              <mc:Fallback>
                <p:oleObj name="Equation" r:id="rId2" imgW="571507" imgH="152368" progId="Equation.3">
                  <p:embed/>
                  <p:pic>
                    <p:nvPicPr>
                      <p:cNvPr id="28705" name="Object 34">
                        <a:extLst>
                          <a:ext uri="{FF2B5EF4-FFF2-40B4-BE49-F238E27FC236}">
                            <a16:creationId xmlns:a16="http://schemas.microsoft.com/office/drawing/2014/main" id="{84DC3868-E90B-4A8E-92A5-849776F7C7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16513" y="2667000"/>
                        <a:ext cx="1739900" cy="56832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706" name="Rectangle 33">
            <a:extLst>
              <a:ext uri="{FF2B5EF4-FFF2-40B4-BE49-F238E27FC236}">
                <a16:creationId xmlns:a16="http://schemas.microsoft.com/office/drawing/2014/main" id="{975C9631-CBB1-42B6-B1D1-46036173C569}"/>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lgn="ctr">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endParaRPr lang="en-US" altLang="en-US">
              <a:latin typeface="Arial" panose="020B0604020202020204" pitchFamily="34" charset="0"/>
            </a:endParaRPr>
          </a:p>
        </p:txBody>
      </p:sp>
      <p:graphicFrame>
        <p:nvGraphicFramePr>
          <p:cNvPr id="28707" name="Object 35">
            <a:extLst>
              <a:ext uri="{FF2B5EF4-FFF2-40B4-BE49-F238E27FC236}">
                <a16:creationId xmlns:a16="http://schemas.microsoft.com/office/drawing/2014/main" id="{3FC536B7-8646-49C4-AE58-0F01B212813C}"/>
              </a:ext>
            </a:extLst>
          </p:cNvPr>
          <p:cNvGraphicFramePr>
            <a:graphicFrameLocks noChangeAspect="1"/>
          </p:cNvGraphicFramePr>
          <p:nvPr/>
        </p:nvGraphicFramePr>
        <p:xfrm>
          <a:off x="4876800" y="3451225"/>
          <a:ext cx="3719513" cy="609600"/>
        </p:xfrm>
        <a:graphic>
          <a:graphicData uri="http://schemas.openxmlformats.org/presentationml/2006/ole">
            <mc:AlternateContent xmlns:mc="http://schemas.openxmlformats.org/markup-compatibility/2006">
              <mc:Choice xmlns:v="urn:schemas-microsoft-com:vml" Requires="v">
                <p:oleObj name="Equation" r:id="rId4" imgW="1276530" imgH="171320" progId="Equation.3">
                  <p:embed/>
                </p:oleObj>
              </mc:Choice>
              <mc:Fallback>
                <p:oleObj name="Equation" r:id="rId4" imgW="1276530" imgH="171320" progId="Equation.3">
                  <p:embed/>
                  <p:pic>
                    <p:nvPicPr>
                      <p:cNvPr id="28707" name="Object 35">
                        <a:extLst>
                          <a:ext uri="{FF2B5EF4-FFF2-40B4-BE49-F238E27FC236}">
                            <a16:creationId xmlns:a16="http://schemas.microsoft.com/office/drawing/2014/main" id="{3FC536B7-8646-49C4-AE58-0F01B212813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76800" y="3451225"/>
                        <a:ext cx="3719513" cy="6096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advTm="55872"/>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3A3CD99E-881C-4935-AA47-6D9951D24F84}"/>
              </a:ext>
            </a:extLst>
          </p:cNvPr>
          <p:cNvSpPr>
            <a:spLocks noGrp="1" noChangeArrowheads="1"/>
          </p:cNvSpPr>
          <p:nvPr>
            <p:ph type="title"/>
          </p:nvPr>
        </p:nvSpPr>
        <p:spPr/>
        <p:txBody>
          <a:bodyPr/>
          <a:lstStyle/>
          <a:p>
            <a:pPr eaLnBrk="1" hangingPunct="1"/>
            <a:r>
              <a:rPr lang="en-GB" altLang="en-US" sz="3200">
                <a:latin typeface="Arial" panose="020B0604020202020204" pitchFamily="34" charset="0"/>
                <a:cs typeface="Arial" panose="020B0604020202020204" pitchFamily="34" charset="0"/>
              </a:rPr>
              <a:t>NAND Gate Timing Diagram</a:t>
            </a:r>
          </a:p>
        </p:txBody>
      </p:sp>
      <p:sp>
        <p:nvSpPr>
          <p:cNvPr id="29699" name="Rectangle 3">
            <a:extLst>
              <a:ext uri="{FF2B5EF4-FFF2-40B4-BE49-F238E27FC236}">
                <a16:creationId xmlns:a16="http://schemas.microsoft.com/office/drawing/2014/main" id="{848D5044-BA10-4E2E-9CDF-93E4B143B065}"/>
              </a:ext>
            </a:extLst>
          </p:cNvPr>
          <p:cNvSpPr>
            <a:spLocks noChangeArrowheads="1"/>
          </p:cNvSpPr>
          <p:nvPr/>
        </p:nvSpPr>
        <p:spPr bwMode="auto">
          <a:xfrm>
            <a:off x="0" y="20145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lgn="ctr">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endParaRPr lang="en-US" altLang="en-US">
              <a:latin typeface="Arial" panose="020B0604020202020204" pitchFamily="34" charset="0"/>
            </a:endParaRPr>
          </a:p>
        </p:txBody>
      </p:sp>
      <p:graphicFrame>
        <p:nvGraphicFramePr>
          <p:cNvPr id="29700" name="Object 4">
            <a:extLst>
              <a:ext uri="{FF2B5EF4-FFF2-40B4-BE49-F238E27FC236}">
                <a16:creationId xmlns:a16="http://schemas.microsoft.com/office/drawing/2014/main" id="{7A2AD06B-AB16-4975-8095-3102245F61A7}"/>
              </a:ext>
            </a:extLst>
          </p:cNvPr>
          <p:cNvGraphicFramePr>
            <a:graphicFrameLocks noChangeAspect="1"/>
          </p:cNvGraphicFramePr>
          <p:nvPr/>
        </p:nvGraphicFramePr>
        <p:xfrm>
          <a:off x="71438" y="1549400"/>
          <a:ext cx="9001125" cy="4640263"/>
        </p:xfrm>
        <a:graphic>
          <a:graphicData uri="http://schemas.openxmlformats.org/presentationml/2006/ole">
            <mc:AlternateContent xmlns:mc="http://schemas.openxmlformats.org/markup-compatibility/2006">
              <mc:Choice xmlns:v="urn:schemas-microsoft-com:vml" Requires="v">
                <p:oleObj name="Visio" r:id="rId2" imgW="7166737" imgH="3692466" progId="Visio.Drawing.6">
                  <p:embed/>
                </p:oleObj>
              </mc:Choice>
              <mc:Fallback>
                <p:oleObj name="Visio" r:id="rId2" imgW="7166737" imgH="3692466" progId="Visio.Drawing.6">
                  <p:embed/>
                  <p:pic>
                    <p:nvPicPr>
                      <p:cNvPr id="29700" name="Object 4">
                        <a:extLst>
                          <a:ext uri="{FF2B5EF4-FFF2-40B4-BE49-F238E27FC236}">
                            <a16:creationId xmlns:a16="http://schemas.microsoft.com/office/drawing/2014/main" id="{7A2AD06B-AB16-4975-8095-3102245F61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438" y="1549400"/>
                        <a:ext cx="9001125" cy="464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advTm="33024"/>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C63717EB-4DFC-4AE8-878B-9C675A61C55C}"/>
              </a:ext>
            </a:extLst>
          </p:cNvPr>
          <p:cNvSpPr>
            <a:spLocks noGrp="1" noChangeArrowheads="1"/>
          </p:cNvSpPr>
          <p:nvPr>
            <p:ph type="title"/>
          </p:nvPr>
        </p:nvSpPr>
        <p:spPr/>
        <p:txBody>
          <a:bodyPr/>
          <a:lstStyle/>
          <a:p>
            <a:pPr eaLnBrk="1" hangingPunct="1"/>
            <a:r>
              <a:rPr lang="en-GB" altLang="en-US" sz="3200">
                <a:latin typeface="Arial" panose="020B0604020202020204" pitchFamily="34" charset="0"/>
                <a:cs typeface="Arial" panose="020B0604020202020204" pitchFamily="34" charset="0"/>
              </a:rPr>
              <a:t>NOR Gate</a:t>
            </a:r>
          </a:p>
        </p:txBody>
      </p:sp>
      <p:sp>
        <p:nvSpPr>
          <p:cNvPr id="33795" name="Rectangle 3">
            <a:extLst>
              <a:ext uri="{FF2B5EF4-FFF2-40B4-BE49-F238E27FC236}">
                <a16:creationId xmlns:a16="http://schemas.microsoft.com/office/drawing/2014/main" id="{8D2B2A53-9BE8-4543-9D0F-EEEE1E298996}"/>
              </a:ext>
            </a:extLst>
          </p:cNvPr>
          <p:cNvSpPr>
            <a:spLocks noGrp="1" noChangeArrowheads="1"/>
          </p:cNvSpPr>
          <p:nvPr>
            <p:ph type="body" sz="half" idx="1"/>
          </p:nvPr>
        </p:nvSpPr>
        <p:spPr>
          <a:xfrm>
            <a:off x="457200" y="1676400"/>
            <a:ext cx="8077200" cy="2819400"/>
          </a:xfrm>
        </p:spPr>
        <p:txBody>
          <a:bodyPr/>
          <a:lstStyle/>
          <a:p>
            <a:pPr eaLnBrk="1" hangingPunct="1"/>
            <a:r>
              <a:rPr lang="en-GB" altLang="en-US" sz="2800"/>
              <a:t>1 output</a:t>
            </a:r>
          </a:p>
          <a:p>
            <a:pPr eaLnBrk="1" hangingPunct="1"/>
            <a:r>
              <a:rPr lang="en-GB" altLang="en-US" sz="2800"/>
              <a:t>2 inputs</a:t>
            </a:r>
          </a:p>
          <a:p>
            <a:pPr eaLnBrk="1" hangingPunct="1"/>
            <a:r>
              <a:rPr lang="en-GB" altLang="en-US" sz="2800"/>
              <a:t>3 inputs</a:t>
            </a:r>
          </a:p>
          <a:p>
            <a:pPr eaLnBrk="1" hangingPunct="1"/>
            <a:r>
              <a:rPr lang="en-GB" altLang="en-US" sz="2800"/>
              <a:t>4 inputs</a:t>
            </a:r>
          </a:p>
          <a:p>
            <a:pPr eaLnBrk="1" hangingPunct="1"/>
            <a:r>
              <a:rPr lang="en-GB" altLang="en-US" sz="2800"/>
              <a:t>Multiple inputs</a:t>
            </a:r>
          </a:p>
        </p:txBody>
      </p:sp>
      <p:graphicFrame>
        <p:nvGraphicFramePr>
          <p:cNvPr id="33796" name="Object 7">
            <a:extLst>
              <a:ext uri="{FF2B5EF4-FFF2-40B4-BE49-F238E27FC236}">
                <a16:creationId xmlns:a16="http://schemas.microsoft.com/office/drawing/2014/main" id="{EB4D5E02-C051-4056-880B-682292CF5797}"/>
              </a:ext>
            </a:extLst>
          </p:cNvPr>
          <p:cNvGraphicFramePr>
            <a:graphicFrameLocks noGrp="1" noChangeAspect="1"/>
          </p:cNvGraphicFramePr>
          <p:nvPr>
            <p:ph sz="quarter" idx="2"/>
          </p:nvPr>
        </p:nvGraphicFramePr>
        <p:xfrm>
          <a:off x="5103813" y="1716088"/>
          <a:ext cx="3125787" cy="1958975"/>
        </p:xfrm>
        <a:graphic>
          <a:graphicData uri="http://schemas.openxmlformats.org/presentationml/2006/ole">
            <mc:AlternateContent xmlns:mc="http://schemas.openxmlformats.org/markup-compatibility/2006">
              <mc:Choice xmlns:v="urn:schemas-microsoft-com:vml" Requires="v">
                <p:oleObj name="Visio" r:id="rId2" imgW="3126029" imgH="1959559" progId="Visio.Drawing.6">
                  <p:embed/>
                </p:oleObj>
              </mc:Choice>
              <mc:Fallback>
                <p:oleObj name="Visio" r:id="rId2" imgW="3126029" imgH="1959559" progId="Visio.Drawing.6">
                  <p:embed/>
                  <p:pic>
                    <p:nvPicPr>
                      <p:cNvPr id="33796" name="Object 7">
                        <a:extLst>
                          <a:ext uri="{FF2B5EF4-FFF2-40B4-BE49-F238E27FC236}">
                            <a16:creationId xmlns:a16="http://schemas.microsoft.com/office/drawing/2014/main" id="{EB4D5E02-C051-4056-880B-682292CF57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03813" y="1716088"/>
                        <a:ext cx="3125787" cy="1958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3797" name="Object 6">
            <a:extLst>
              <a:ext uri="{FF2B5EF4-FFF2-40B4-BE49-F238E27FC236}">
                <a16:creationId xmlns:a16="http://schemas.microsoft.com/office/drawing/2014/main" id="{4D6653ED-4CA0-44E4-8F2E-F548AAF5E256}"/>
              </a:ext>
            </a:extLst>
          </p:cNvPr>
          <p:cNvGraphicFramePr>
            <a:graphicFrameLocks noGrp="1" noChangeAspect="1"/>
          </p:cNvGraphicFramePr>
          <p:nvPr>
            <p:ph sz="quarter" idx="3"/>
          </p:nvPr>
        </p:nvGraphicFramePr>
        <p:xfrm>
          <a:off x="6172200" y="5181600"/>
          <a:ext cx="1020763" cy="838200"/>
        </p:xfrm>
        <a:graphic>
          <a:graphicData uri="http://schemas.openxmlformats.org/presentationml/2006/ole">
            <mc:AlternateContent xmlns:mc="http://schemas.openxmlformats.org/markup-compatibility/2006">
              <mc:Choice xmlns:v="urn:schemas-microsoft-com:vml" Requires="v">
                <p:oleObj name="Visio" r:id="rId4" imgW="1474622" imgH="1211580" progId="Visio.Drawing.6">
                  <p:embed/>
                </p:oleObj>
              </mc:Choice>
              <mc:Fallback>
                <p:oleObj name="Visio" r:id="rId4" imgW="1474622" imgH="1211580" progId="Visio.Drawing.6">
                  <p:embed/>
                  <p:pic>
                    <p:nvPicPr>
                      <p:cNvPr id="33797" name="Object 6">
                        <a:extLst>
                          <a:ext uri="{FF2B5EF4-FFF2-40B4-BE49-F238E27FC236}">
                            <a16:creationId xmlns:a16="http://schemas.microsoft.com/office/drawing/2014/main" id="{4D6653ED-4CA0-44E4-8F2E-F548AAF5E25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72200" y="5181600"/>
                        <a:ext cx="1020763" cy="838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cap="flat" cmpd="sng"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3798" name="Rectangle 4">
            <a:extLst>
              <a:ext uri="{FF2B5EF4-FFF2-40B4-BE49-F238E27FC236}">
                <a16:creationId xmlns:a16="http://schemas.microsoft.com/office/drawing/2014/main" id="{FE752385-2A63-4E59-8CF8-8199A30270A7}"/>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lgn="ctr">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endParaRPr lang="en-US" altLang="en-US">
              <a:latin typeface="Arial" panose="020B0604020202020204" pitchFamily="34" charset="0"/>
            </a:endParaRPr>
          </a:p>
        </p:txBody>
      </p:sp>
      <p:graphicFrame>
        <p:nvGraphicFramePr>
          <p:cNvPr id="33799" name="Object 5">
            <a:extLst>
              <a:ext uri="{FF2B5EF4-FFF2-40B4-BE49-F238E27FC236}">
                <a16:creationId xmlns:a16="http://schemas.microsoft.com/office/drawing/2014/main" id="{34AF175E-F98A-48CB-A643-07B80CADB4DB}"/>
              </a:ext>
            </a:extLst>
          </p:cNvPr>
          <p:cNvGraphicFramePr>
            <a:graphicFrameLocks noChangeAspect="1"/>
          </p:cNvGraphicFramePr>
          <p:nvPr/>
        </p:nvGraphicFramePr>
        <p:xfrm>
          <a:off x="6172200" y="3886200"/>
          <a:ext cx="1104900" cy="865188"/>
        </p:xfrm>
        <a:graphic>
          <a:graphicData uri="http://schemas.openxmlformats.org/presentationml/2006/ole">
            <mc:AlternateContent xmlns:mc="http://schemas.openxmlformats.org/markup-compatibility/2006">
              <mc:Choice xmlns:v="urn:schemas-microsoft-com:vml" Requires="v">
                <p:oleObj name="Visio" r:id="rId6" imgW="3126029" imgH="1959559" progId="Visio.Drawing.6">
                  <p:embed/>
                </p:oleObj>
              </mc:Choice>
              <mc:Fallback>
                <p:oleObj name="Visio" r:id="rId6" imgW="3126029" imgH="1959559" progId="Visio.Drawing.6">
                  <p:embed/>
                  <p:pic>
                    <p:nvPicPr>
                      <p:cNvPr id="33799" name="Object 5">
                        <a:extLst>
                          <a:ext uri="{FF2B5EF4-FFF2-40B4-BE49-F238E27FC236}">
                            <a16:creationId xmlns:a16="http://schemas.microsoft.com/office/drawing/2014/main" id="{34AF175E-F98A-48CB-A643-07B80CADB4D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172200" y="3886200"/>
                        <a:ext cx="1104900" cy="865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advTm="17904"/>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A19B53F7-E675-4F50-A58A-757C3C49D79C}"/>
              </a:ext>
            </a:extLst>
          </p:cNvPr>
          <p:cNvSpPr>
            <a:spLocks noGrp="1" noChangeArrowheads="1"/>
          </p:cNvSpPr>
          <p:nvPr>
            <p:ph type="title"/>
          </p:nvPr>
        </p:nvSpPr>
        <p:spPr/>
        <p:txBody>
          <a:bodyPr/>
          <a:lstStyle/>
          <a:p>
            <a:pPr eaLnBrk="1" hangingPunct="1"/>
            <a:r>
              <a:rPr lang="en-GB" altLang="en-US" sz="3200">
                <a:latin typeface="Arial" panose="020B0604020202020204" pitchFamily="34" charset="0"/>
                <a:cs typeface="Arial" panose="020B0604020202020204" pitchFamily="34" charset="0"/>
              </a:rPr>
              <a:t>NOR Gate function</a:t>
            </a:r>
          </a:p>
        </p:txBody>
      </p:sp>
      <p:sp>
        <p:nvSpPr>
          <p:cNvPr id="34819" name="Rectangle 3">
            <a:extLst>
              <a:ext uri="{FF2B5EF4-FFF2-40B4-BE49-F238E27FC236}">
                <a16:creationId xmlns:a16="http://schemas.microsoft.com/office/drawing/2014/main" id="{03C89B21-F250-4794-9E20-DB62F96A6302}"/>
              </a:ext>
            </a:extLst>
          </p:cNvPr>
          <p:cNvSpPr>
            <a:spLocks noGrp="1" noChangeArrowheads="1"/>
          </p:cNvSpPr>
          <p:nvPr>
            <p:ph type="body" sz="half" idx="1"/>
          </p:nvPr>
        </p:nvSpPr>
        <p:spPr>
          <a:xfrm>
            <a:off x="457200" y="1600200"/>
            <a:ext cx="8305800" cy="762000"/>
          </a:xfrm>
        </p:spPr>
        <p:txBody>
          <a:bodyPr/>
          <a:lstStyle/>
          <a:p>
            <a:pPr marL="609600" indent="-609600" eaLnBrk="1" hangingPunct="1"/>
            <a:r>
              <a:rPr lang="en-GB" altLang="en-US" sz="2800"/>
              <a:t>NOT-OR function</a:t>
            </a:r>
          </a:p>
        </p:txBody>
      </p:sp>
      <p:graphicFrame>
        <p:nvGraphicFramePr>
          <p:cNvPr id="319492" name="Group 4">
            <a:extLst>
              <a:ext uri="{FF2B5EF4-FFF2-40B4-BE49-F238E27FC236}">
                <a16:creationId xmlns:a16="http://schemas.microsoft.com/office/drawing/2014/main" id="{4D6A7C21-5425-49E5-8406-625B13C76A8F}"/>
              </a:ext>
            </a:extLst>
          </p:cNvPr>
          <p:cNvGraphicFramePr>
            <a:graphicFrameLocks noGrp="1"/>
          </p:cNvGraphicFramePr>
          <p:nvPr>
            <p:ph sz="quarter" idx="2"/>
          </p:nvPr>
        </p:nvGraphicFramePr>
        <p:xfrm>
          <a:off x="914400" y="2438400"/>
          <a:ext cx="3429000" cy="3108528"/>
        </p:xfrm>
        <a:graphic>
          <a:graphicData uri="http://schemas.openxmlformats.org/drawingml/2006/table">
            <a:tbl>
              <a:tblPr/>
              <a:tblGrid>
                <a:gridCol w="10160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gridCol w="1397000">
                  <a:extLst>
                    <a:ext uri="{9D8B030D-6E8A-4147-A177-3AD203B41FA5}">
                      <a16:colId xmlns:a16="http://schemas.microsoft.com/office/drawing/2014/main" val="20002"/>
                    </a:ext>
                  </a:extLst>
                </a:gridCol>
              </a:tblGrid>
              <a:tr h="518054">
                <a:tc gridSpan="2">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GB" sz="2800" b="0" i="0" u="none" strike="noStrike" cap="none" normalizeH="0" baseline="0">
                          <a:ln>
                            <a:noFill/>
                          </a:ln>
                          <a:solidFill>
                            <a:schemeClr val="tx1"/>
                          </a:solidFill>
                          <a:effectLst/>
                          <a:latin typeface="Arial" pitchFamily="34" charset="0"/>
                        </a:rPr>
                        <a:t>Input</a:t>
                      </a:r>
                    </a:p>
                  </a:txBody>
                  <a:tcPr marT="45684" marB="4568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GB" sz="2800" b="0" i="0" u="none" strike="noStrike" cap="none" normalizeH="0" baseline="0">
                          <a:ln>
                            <a:noFill/>
                          </a:ln>
                          <a:solidFill>
                            <a:schemeClr val="tx1"/>
                          </a:solidFill>
                          <a:effectLst/>
                          <a:latin typeface="Arial" pitchFamily="34" charset="0"/>
                        </a:rPr>
                        <a:t>Output</a:t>
                      </a:r>
                    </a:p>
                  </a:txBody>
                  <a:tcPr marT="45684" marB="4568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18054">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GB" sz="2800" b="0" i="0" u="none" strike="noStrike" cap="none" normalizeH="0" baseline="0">
                          <a:ln>
                            <a:noFill/>
                          </a:ln>
                          <a:solidFill>
                            <a:schemeClr val="tx1"/>
                          </a:solidFill>
                          <a:effectLst/>
                          <a:latin typeface="Arial" pitchFamily="34" charset="0"/>
                        </a:rPr>
                        <a:t>A</a:t>
                      </a:r>
                    </a:p>
                  </a:txBody>
                  <a:tcPr marT="45684" marB="4568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GB" sz="2800" b="0" i="0" u="none" strike="noStrike" cap="none" normalizeH="0" baseline="0">
                          <a:ln>
                            <a:noFill/>
                          </a:ln>
                          <a:solidFill>
                            <a:schemeClr val="tx1"/>
                          </a:solidFill>
                          <a:effectLst/>
                          <a:latin typeface="Arial" pitchFamily="34" charset="0"/>
                        </a:rPr>
                        <a:t>B</a:t>
                      </a:r>
                    </a:p>
                  </a:txBody>
                  <a:tcPr marT="45684" marB="4568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GB" sz="2800" b="0" i="0" u="none" strike="noStrike" cap="none" normalizeH="0" baseline="0">
                          <a:ln>
                            <a:noFill/>
                          </a:ln>
                          <a:solidFill>
                            <a:schemeClr val="tx1"/>
                          </a:solidFill>
                          <a:effectLst/>
                          <a:latin typeface="Arial" pitchFamily="34" charset="0"/>
                        </a:rPr>
                        <a:t>F</a:t>
                      </a:r>
                    </a:p>
                  </a:txBody>
                  <a:tcPr marT="45684" marB="4568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8054">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GB" sz="2800" b="0" i="0" u="none" strike="noStrike" cap="none" normalizeH="0" baseline="0">
                          <a:ln>
                            <a:noFill/>
                          </a:ln>
                          <a:solidFill>
                            <a:schemeClr val="tx1"/>
                          </a:solidFill>
                          <a:effectLst/>
                          <a:latin typeface="Arial" pitchFamily="34" charset="0"/>
                        </a:rPr>
                        <a:t>0</a:t>
                      </a:r>
                    </a:p>
                  </a:txBody>
                  <a:tcPr marT="45684" marB="4568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GB" sz="2800" b="0" i="0" u="none" strike="noStrike" cap="none" normalizeH="0" baseline="0">
                          <a:ln>
                            <a:noFill/>
                          </a:ln>
                          <a:solidFill>
                            <a:schemeClr val="tx1"/>
                          </a:solidFill>
                          <a:effectLst/>
                          <a:latin typeface="Arial" pitchFamily="34" charset="0"/>
                        </a:rPr>
                        <a:t>0</a:t>
                      </a:r>
                    </a:p>
                  </a:txBody>
                  <a:tcPr marT="45684" marB="4568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GB" sz="2800" b="0" i="0" u="none" strike="noStrike" cap="none" normalizeH="0" baseline="0">
                          <a:ln>
                            <a:noFill/>
                          </a:ln>
                          <a:solidFill>
                            <a:schemeClr val="tx1"/>
                          </a:solidFill>
                          <a:effectLst/>
                          <a:latin typeface="Arial" pitchFamily="34" charset="0"/>
                        </a:rPr>
                        <a:t>1</a:t>
                      </a:r>
                    </a:p>
                  </a:txBody>
                  <a:tcPr marT="45684" marB="4568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8054">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GB" sz="2800" b="0" i="0" u="none" strike="noStrike" cap="none" normalizeH="0" baseline="0">
                          <a:ln>
                            <a:noFill/>
                          </a:ln>
                          <a:solidFill>
                            <a:schemeClr val="tx1"/>
                          </a:solidFill>
                          <a:effectLst/>
                          <a:latin typeface="Arial" pitchFamily="34" charset="0"/>
                        </a:rPr>
                        <a:t>0</a:t>
                      </a:r>
                    </a:p>
                  </a:txBody>
                  <a:tcPr marT="45684" marB="4568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GB" sz="2800" b="0" i="0" u="none" strike="noStrike" cap="none" normalizeH="0" baseline="0">
                          <a:ln>
                            <a:noFill/>
                          </a:ln>
                          <a:solidFill>
                            <a:schemeClr val="tx1"/>
                          </a:solidFill>
                          <a:effectLst/>
                          <a:latin typeface="Arial" pitchFamily="34" charset="0"/>
                        </a:rPr>
                        <a:t>1</a:t>
                      </a:r>
                    </a:p>
                  </a:txBody>
                  <a:tcPr marT="45684" marB="4568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GB" sz="2800" b="0" i="0" u="none" strike="noStrike" cap="none" normalizeH="0" baseline="0">
                          <a:ln>
                            <a:noFill/>
                          </a:ln>
                          <a:solidFill>
                            <a:schemeClr val="tx1"/>
                          </a:solidFill>
                          <a:effectLst/>
                          <a:latin typeface="Arial" pitchFamily="34" charset="0"/>
                        </a:rPr>
                        <a:t>0</a:t>
                      </a:r>
                    </a:p>
                  </a:txBody>
                  <a:tcPr marT="45684" marB="4568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18054">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GB" sz="2800" b="0" i="0" u="none" strike="noStrike" cap="none" normalizeH="0" baseline="0">
                          <a:ln>
                            <a:noFill/>
                          </a:ln>
                          <a:solidFill>
                            <a:schemeClr val="tx1"/>
                          </a:solidFill>
                          <a:effectLst/>
                          <a:latin typeface="Arial" pitchFamily="34" charset="0"/>
                        </a:rPr>
                        <a:t>1</a:t>
                      </a:r>
                    </a:p>
                  </a:txBody>
                  <a:tcPr marT="45684" marB="4568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GB" sz="2800" b="0" i="0" u="none" strike="noStrike" cap="none" normalizeH="0" baseline="0">
                          <a:ln>
                            <a:noFill/>
                          </a:ln>
                          <a:solidFill>
                            <a:schemeClr val="tx1"/>
                          </a:solidFill>
                          <a:effectLst/>
                          <a:latin typeface="Arial" pitchFamily="34" charset="0"/>
                        </a:rPr>
                        <a:t>0</a:t>
                      </a:r>
                    </a:p>
                  </a:txBody>
                  <a:tcPr marT="45684" marB="4568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GB" sz="2800" b="0" i="0" u="none" strike="noStrike" cap="none" normalizeH="0" baseline="0">
                          <a:ln>
                            <a:noFill/>
                          </a:ln>
                          <a:solidFill>
                            <a:schemeClr val="tx1"/>
                          </a:solidFill>
                          <a:effectLst/>
                          <a:latin typeface="Arial" pitchFamily="34" charset="0"/>
                        </a:rPr>
                        <a:t>0</a:t>
                      </a:r>
                    </a:p>
                  </a:txBody>
                  <a:tcPr marT="45684" marB="4568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18054">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GB" sz="2800" b="0" i="0" u="none" strike="noStrike" cap="none" normalizeH="0" baseline="0">
                          <a:ln>
                            <a:noFill/>
                          </a:ln>
                          <a:solidFill>
                            <a:schemeClr val="tx1"/>
                          </a:solidFill>
                          <a:effectLst/>
                          <a:latin typeface="Arial" pitchFamily="34" charset="0"/>
                        </a:rPr>
                        <a:t>1</a:t>
                      </a:r>
                    </a:p>
                  </a:txBody>
                  <a:tcPr marT="45684" marB="4568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GB" sz="2800" b="0" i="0" u="none" strike="noStrike" cap="none" normalizeH="0" baseline="0">
                          <a:ln>
                            <a:noFill/>
                          </a:ln>
                          <a:solidFill>
                            <a:schemeClr val="tx1"/>
                          </a:solidFill>
                          <a:effectLst/>
                          <a:latin typeface="Arial" pitchFamily="34" charset="0"/>
                        </a:rPr>
                        <a:t>1</a:t>
                      </a:r>
                    </a:p>
                  </a:txBody>
                  <a:tcPr marT="45684" marB="4568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GB" sz="2800" b="0" i="0" u="none" strike="noStrike" cap="none" normalizeH="0" baseline="0">
                          <a:ln>
                            <a:noFill/>
                          </a:ln>
                          <a:solidFill>
                            <a:schemeClr val="tx1"/>
                          </a:solidFill>
                          <a:effectLst/>
                          <a:latin typeface="Arial" pitchFamily="34" charset="0"/>
                        </a:rPr>
                        <a:t>0</a:t>
                      </a:r>
                    </a:p>
                  </a:txBody>
                  <a:tcPr marT="45684" marB="4568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graphicFrame>
        <p:nvGraphicFramePr>
          <p:cNvPr id="34849" name="Object 34">
            <a:extLst>
              <a:ext uri="{FF2B5EF4-FFF2-40B4-BE49-F238E27FC236}">
                <a16:creationId xmlns:a16="http://schemas.microsoft.com/office/drawing/2014/main" id="{A511488B-A61A-4AD8-A304-95C313E03588}"/>
              </a:ext>
            </a:extLst>
          </p:cNvPr>
          <p:cNvGraphicFramePr>
            <a:graphicFrameLocks noGrp="1" noChangeAspect="1"/>
          </p:cNvGraphicFramePr>
          <p:nvPr>
            <p:ph sz="quarter" idx="3"/>
          </p:nvPr>
        </p:nvGraphicFramePr>
        <p:xfrm>
          <a:off x="5116513" y="2678113"/>
          <a:ext cx="1741487" cy="546100"/>
        </p:xfrm>
        <a:graphic>
          <a:graphicData uri="http://schemas.openxmlformats.org/presentationml/2006/ole">
            <mc:AlternateContent xmlns:mc="http://schemas.openxmlformats.org/markup-compatibility/2006">
              <mc:Choice xmlns:v="urn:schemas-microsoft-com:vml" Requires="v">
                <p:oleObj name="Equation" r:id="rId2" imgW="600253" imgH="152368" progId="Equation.3">
                  <p:embed/>
                </p:oleObj>
              </mc:Choice>
              <mc:Fallback>
                <p:oleObj name="Equation" r:id="rId2" imgW="600253" imgH="152368" progId="Equation.3">
                  <p:embed/>
                  <p:pic>
                    <p:nvPicPr>
                      <p:cNvPr id="34849" name="Object 34">
                        <a:extLst>
                          <a:ext uri="{FF2B5EF4-FFF2-40B4-BE49-F238E27FC236}">
                            <a16:creationId xmlns:a16="http://schemas.microsoft.com/office/drawing/2014/main" id="{A511488B-A61A-4AD8-A304-95C313E035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16513" y="2678113"/>
                        <a:ext cx="1741487" cy="5461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4850" name="Rectangle 33">
            <a:extLst>
              <a:ext uri="{FF2B5EF4-FFF2-40B4-BE49-F238E27FC236}">
                <a16:creationId xmlns:a16="http://schemas.microsoft.com/office/drawing/2014/main" id="{008088CF-1537-436D-A2B8-15F5B066680F}"/>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lgn="ctr">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endParaRPr lang="en-US" altLang="en-US">
              <a:latin typeface="Arial" panose="020B0604020202020204" pitchFamily="34" charset="0"/>
            </a:endParaRPr>
          </a:p>
        </p:txBody>
      </p:sp>
      <p:graphicFrame>
        <p:nvGraphicFramePr>
          <p:cNvPr id="34851" name="Object 35">
            <a:extLst>
              <a:ext uri="{FF2B5EF4-FFF2-40B4-BE49-F238E27FC236}">
                <a16:creationId xmlns:a16="http://schemas.microsoft.com/office/drawing/2014/main" id="{F66E4393-2085-454A-A40E-EE7DB2C5FD05}"/>
              </a:ext>
            </a:extLst>
          </p:cNvPr>
          <p:cNvGraphicFramePr>
            <a:graphicFrameLocks noChangeAspect="1"/>
          </p:cNvGraphicFramePr>
          <p:nvPr/>
        </p:nvGraphicFramePr>
        <p:xfrm>
          <a:off x="4751388" y="3451225"/>
          <a:ext cx="3970337" cy="609600"/>
        </p:xfrm>
        <a:graphic>
          <a:graphicData uri="http://schemas.openxmlformats.org/presentationml/2006/ole">
            <mc:AlternateContent xmlns:mc="http://schemas.openxmlformats.org/markup-compatibility/2006">
              <mc:Choice xmlns:v="urn:schemas-microsoft-com:vml" Requires="v">
                <p:oleObj name="Equation" r:id="rId4" imgW="1362010" imgH="171320" progId="Equation.3">
                  <p:embed/>
                </p:oleObj>
              </mc:Choice>
              <mc:Fallback>
                <p:oleObj name="Equation" r:id="rId4" imgW="1362010" imgH="171320" progId="Equation.3">
                  <p:embed/>
                  <p:pic>
                    <p:nvPicPr>
                      <p:cNvPr id="34851" name="Object 35">
                        <a:extLst>
                          <a:ext uri="{FF2B5EF4-FFF2-40B4-BE49-F238E27FC236}">
                            <a16:creationId xmlns:a16="http://schemas.microsoft.com/office/drawing/2014/main" id="{F66E4393-2085-454A-A40E-EE7DB2C5FD0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51388" y="3451225"/>
                        <a:ext cx="3970337" cy="6096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advTm="55872"/>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95C16C8F-B45B-4EA0-BC62-D4BFA92AFA20}"/>
              </a:ext>
            </a:extLst>
          </p:cNvPr>
          <p:cNvSpPr>
            <a:spLocks noGrp="1" noChangeArrowheads="1"/>
          </p:cNvSpPr>
          <p:nvPr>
            <p:ph type="title"/>
          </p:nvPr>
        </p:nvSpPr>
        <p:spPr/>
        <p:txBody>
          <a:bodyPr/>
          <a:lstStyle/>
          <a:p>
            <a:pPr eaLnBrk="1" hangingPunct="1"/>
            <a:r>
              <a:rPr lang="en-GB" altLang="en-US" sz="3200">
                <a:latin typeface="Arial" panose="020B0604020202020204" pitchFamily="34" charset="0"/>
                <a:cs typeface="Arial" panose="020B0604020202020204" pitchFamily="34" charset="0"/>
              </a:rPr>
              <a:t>NOR Gate Timing Diagram</a:t>
            </a:r>
          </a:p>
        </p:txBody>
      </p:sp>
      <p:sp>
        <p:nvSpPr>
          <p:cNvPr id="35843" name="Rectangle 3">
            <a:extLst>
              <a:ext uri="{FF2B5EF4-FFF2-40B4-BE49-F238E27FC236}">
                <a16:creationId xmlns:a16="http://schemas.microsoft.com/office/drawing/2014/main" id="{1FEA2E05-A8B4-40EA-81EF-42E3FF768F4A}"/>
              </a:ext>
            </a:extLst>
          </p:cNvPr>
          <p:cNvSpPr>
            <a:spLocks noChangeArrowheads="1"/>
          </p:cNvSpPr>
          <p:nvPr/>
        </p:nvSpPr>
        <p:spPr bwMode="auto">
          <a:xfrm>
            <a:off x="0" y="20145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lgn="ctr">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endParaRPr lang="en-US" altLang="en-US">
              <a:latin typeface="Arial" panose="020B0604020202020204" pitchFamily="34" charset="0"/>
            </a:endParaRPr>
          </a:p>
        </p:txBody>
      </p:sp>
      <p:graphicFrame>
        <p:nvGraphicFramePr>
          <p:cNvPr id="35844" name="Object 4">
            <a:extLst>
              <a:ext uri="{FF2B5EF4-FFF2-40B4-BE49-F238E27FC236}">
                <a16:creationId xmlns:a16="http://schemas.microsoft.com/office/drawing/2014/main" id="{CDBCEEDD-8271-4B19-B9BA-8CFAA31FD58E}"/>
              </a:ext>
            </a:extLst>
          </p:cNvPr>
          <p:cNvGraphicFramePr>
            <a:graphicFrameLocks noChangeAspect="1"/>
          </p:cNvGraphicFramePr>
          <p:nvPr/>
        </p:nvGraphicFramePr>
        <p:xfrm>
          <a:off x="762000" y="1905000"/>
          <a:ext cx="7620000" cy="3929063"/>
        </p:xfrm>
        <a:graphic>
          <a:graphicData uri="http://schemas.openxmlformats.org/presentationml/2006/ole">
            <mc:AlternateContent xmlns:mc="http://schemas.openxmlformats.org/markup-compatibility/2006">
              <mc:Choice xmlns:v="urn:schemas-microsoft-com:vml" Requires="v">
                <p:oleObj name="Visio" r:id="rId2" imgW="6067958" imgH="3126029" progId="Visio.Drawing.6">
                  <p:embed/>
                </p:oleObj>
              </mc:Choice>
              <mc:Fallback>
                <p:oleObj name="Visio" r:id="rId2" imgW="6067958" imgH="3126029" progId="Visio.Drawing.6">
                  <p:embed/>
                  <p:pic>
                    <p:nvPicPr>
                      <p:cNvPr id="35844" name="Object 4">
                        <a:extLst>
                          <a:ext uri="{FF2B5EF4-FFF2-40B4-BE49-F238E27FC236}">
                            <a16:creationId xmlns:a16="http://schemas.microsoft.com/office/drawing/2014/main" id="{CDBCEEDD-8271-4B19-B9BA-8CFAA31FD5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1905000"/>
                        <a:ext cx="7620000" cy="392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advTm="9840"/>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EE7021F3-5A85-4405-AB56-84BEBAE91E27}"/>
              </a:ext>
            </a:extLst>
          </p:cNvPr>
          <p:cNvSpPr>
            <a:spLocks noGrp="1" noChangeArrowheads="1"/>
          </p:cNvSpPr>
          <p:nvPr>
            <p:ph type="title"/>
          </p:nvPr>
        </p:nvSpPr>
        <p:spPr/>
        <p:txBody>
          <a:bodyPr/>
          <a:lstStyle/>
          <a:p>
            <a:pPr eaLnBrk="1" hangingPunct="1"/>
            <a:r>
              <a:rPr lang="en-GB" altLang="en-US" sz="3200" dirty="0">
                <a:latin typeface="Arial" panose="020B0604020202020204" pitchFamily="34" charset="0"/>
                <a:cs typeface="Arial" panose="020B0604020202020204" pitchFamily="34" charset="0"/>
              </a:rPr>
              <a:t>NAND Universal Gate</a:t>
            </a:r>
          </a:p>
        </p:txBody>
      </p:sp>
      <p:sp>
        <p:nvSpPr>
          <p:cNvPr id="3" name="Content Placeholder 2">
            <a:extLst>
              <a:ext uri="{FF2B5EF4-FFF2-40B4-BE49-F238E27FC236}">
                <a16:creationId xmlns:a16="http://schemas.microsoft.com/office/drawing/2014/main" id="{D32D341A-7391-4BA7-87EE-DDB8B847B4F5}"/>
              </a:ext>
            </a:extLst>
          </p:cNvPr>
          <p:cNvSpPr>
            <a:spLocks noGrp="1"/>
          </p:cNvSpPr>
          <p:nvPr>
            <p:ph idx="1"/>
          </p:nvPr>
        </p:nvSpPr>
        <p:spPr/>
        <p:txBody>
          <a:bodyPr/>
          <a:lstStyle/>
          <a:p>
            <a:r>
              <a:rPr lang="en-US" sz="2400" dirty="0"/>
              <a:t>A universal gate is a gate which can implement any Boolean function without need to use any other gate type. </a:t>
            </a:r>
          </a:p>
        </p:txBody>
      </p:sp>
      <p:sp>
        <p:nvSpPr>
          <p:cNvPr id="30754" name="Rectangle 4">
            <a:extLst>
              <a:ext uri="{FF2B5EF4-FFF2-40B4-BE49-F238E27FC236}">
                <a16:creationId xmlns:a16="http://schemas.microsoft.com/office/drawing/2014/main" id="{D8DF9420-DC4E-4180-BE44-D79235A10B28}"/>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lgn="ctr">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endParaRPr lang="en-US" altLang="en-US">
              <a:latin typeface="Arial" panose="020B0604020202020204" pitchFamily="34" charset="0"/>
            </a:endParaRPr>
          </a:p>
        </p:txBody>
      </p:sp>
      <p:pic>
        <p:nvPicPr>
          <p:cNvPr id="8" name="Picture 7">
            <a:extLst>
              <a:ext uri="{FF2B5EF4-FFF2-40B4-BE49-F238E27FC236}">
                <a16:creationId xmlns:a16="http://schemas.microsoft.com/office/drawing/2014/main" id="{D46B4AA7-8383-47BF-92E1-4517681D5FB0}"/>
              </a:ext>
            </a:extLst>
          </p:cNvPr>
          <p:cNvPicPr>
            <a:picLocks noChangeAspect="1"/>
          </p:cNvPicPr>
          <p:nvPr/>
        </p:nvPicPr>
        <p:blipFill>
          <a:blip r:embed="rId2"/>
          <a:stretch>
            <a:fillRect/>
          </a:stretch>
        </p:blipFill>
        <p:spPr>
          <a:xfrm>
            <a:off x="863162" y="2514600"/>
            <a:ext cx="7417676" cy="3942856"/>
          </a:xfrm>
          <a:prstGeom prst="rect">
            <a:avLst/>
          </a:prstGeom>
        </p:spPr>
      </p:pic>
    </p:spTree>
  </p:cSld>
  <p:clrMapOvr>
    <a:masterClrMapping/>
  </p:clrMapOvr>
  <p:transition advTm="17904"/>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EE7021F3-5A85-4405-AB56-84BEBAE91E27}"/>
              </a:ext>
            </a:extLst>
          </p:cNvPr>
          <p:cNvSpPr>
            <a:spLocks noGrp="1" noChangeArrowheads="1"/>
          </p:cNvSpPr>
          <p:nvPr>
            <p:ph type="title"/>
          </p:nvPr>
        </p:nvSpPr>
        <p:spPr/>
        <p:txBody>
          <a:bodyPr/>
          <a:lstStyle/>
          <a:p>
            <a:pPr eaLnBrk="1" hangingPunct="1"/>
            <a:r>
              <a:rPr lang="en-GB" altLang="en-US" sz="3200" dirty="0">
                <a:latin typeface="Arial" panose="020B0604020202020204" pitchFamily="34" charset="0"/>
                <a:cs typeface="Arial" panose="020B0604020202020204" pitchFamily="34" charset="0"/>
              </a:rPr>
              <a:t>NAND Universal Gate</a:t>
            </a:r>
          </a:p>
        </p:txBody>
      </p:sp>
      <p:sp>
        <p:nvSpPr>
          <p:cNvPr id="30754" name="Rectangle 4">
            <a:extLst>
              <a:ext uri="{FF2B5EF4-FFF2-40B4-BE49-F238E27FC236}">
                <a16:creationId xmlns:a16="http://schemas.microsoft.com/office/drawing/2014/main" id="{D8DF9420-DC4E-4180-BE44-D79235A10B28}"/>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lgn="ctr">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endParaRPr lang="en-US" altLang="en-US">
              <a:latin typeface="Arial" panose="020B0604020202020204" pitchFamily="34" charset="0"/>
            </a:endParaRPr>
          </a:p>
        </p:txBody>
      </p:sp>
      <p:pic>
        <p:nvPicPr>
          <p:cNvPr id="5" name="Picture 4">
            <a:extLst>
              <a:ext uri="{FF2B5EF4-FFF2-40B4-BE49-F238E27FC236}">
                <a16:creationId xmlns:a16="http://schemas.microsoft.com/office/drawing/2014/main" id="{AD2563F3-5BD5-40AA-98A1-161173205AFB}"/>
              </a:ext>
            </a:extLst>
          </p:cNvPr>
          <p:cNvPicPr>
            <a:picLocks noChangeAspect="1"/>
          </p:cNvPicPr>
          <p:nvPr/>
        </p:nvPicPr>
        <p:blipFill>
          <a:blip r:embed="rId2"/>
          <a:stretch>
            <a:fillRect/>
          </a:stretch>
        </p:blipFill>
        <p:spPr>
          <a:xfrm>
            <a:off x="674593" y="1454424"/>
            <a:ext cx="7993814" cy="1794683"/>
          </a:xfrm>
          <a:prstGeom prst="rect">
            <a:avLst/>
          </a:prstGeom>
        </p:spPr>
      </p:pic>
      <p:pic>
        <p:nvPicPr>
          <p:cNvPr id="6" name="Picture 5">
            <a:extLst>
              <a:ext uri="{FF2B5EF4-FFF2-40B4-BE49-F238E27FC236}">
                <a16:creationId xmlns:a16="http://schemas.microsoft.com/office/drawing/2014/main" id="{D03D08A7-7807-407A-8255-E561E9C3C00E}"/>
              </a:ext>
            </a:extLst>
          </p:cNvPr>
          <p:cNvPicPr>
            <a:picLocks noChangeAspect="1"/>
          </p:cNvPicPr>
          <p:nvPr/>
        </p:nvPicPr>
        <p:blipFill>
          <a:blip r:embed="rId3"/>
          <a:stretch>
            <a:fillRect/>
          </a:stretch>
        </p:blipFill>
        <p:spPr>
          <a:xfrm>
            <a:off x="685800" y="3733800"/>
            <a:ext cx="7594332" cy="2743200"/>
          </a:xfrm>
          <a:prstGeom prst="rect">
            <a:avLst/>
          </a:prstGeom>
        </p:spPr>
      </p:pic>
    </p:spTree>
    <p:extLst>
      <p:ext uri="{BB962C8B-B14F-4D97-AF65-F5344CB8AC3E}">
        <p14:creationId xmlns:p14="http://schemas.microsoft.com/office/powerpoint/2010/main" val="4036363279"/>
      </p:ext>
    </p:extLst>
  </p:cSld>
  <p:clrMapOvr>
    <a:masterClrMapping/>
  </p:clrMapOvr>
  <p:transition advTm="17904"/>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F5C99517-2C8D-4802-B3CD-87B18C650A0F}"/>
              </a:ext>
            </a:extLst>
          </p:cNvPr>
          <p:cNvSpPr>
            <a:spLocks noGrp="1" noChangeArrowheads="1"/>
          </p:cNvSpPr>
          <p:nvPr>
            <p:ph type="title"/>
          </p:nvPr>
        </p:nvSpPr>
        <p:spPr/>
        <p:txBody>
          <a:bodyPr/>
          <a:lstStyle/>
          <a:p>
            <a:pPr eaLnBrk="1" hangingPunct="1"/>
            <a:r>
              <a:rPr lang="en-GB" altLang="en-US" sz="3800" dirty="0">
                <a:latin typeface="Arial" panose="020B0604020202020204" pitchFamily="34" charset="0"/>
                <a:cs typeface="Arial" panose="020B0604020202020204" pitchFamily="34" charset="0"/>
              </a:rPr>
              <a:t>NOR Universal Gate</a:t>
            </a:r>
          </a:p>
        </p:txBody>
      </p:sp>
      <p:sp>
        <p:nvSpPr>
          <p:cNvPr id="31785" name="Rectangle 4">
            <a:extLst>
              <a:ext uri="{FF2B5EF4-FFF2-40B4-BE49-F238E27FC236}">
                <a16:creationId xmlns:a16="http://schemas.microsoft.com/office/drawing/2014/main" id="{C32FE4D3-E4FE-4A0A-B804-6B88156EBE49}"/>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lgn="ctr">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endParaRPr lang="en-US" altLang="en-US">
              <a:latin typeface="Arial" panose="020B0604020202020204" pitchFamily="34" charset="0"/>
            </a:endParaRPr>
          </a:p>
        </p:txBody>
      </p:sp>
      <p:pic>
        <p:nvPicPr>
          <p:cNvPr id="8" name="Picture 7">
            <a:extLst>
              <a:ext uri="{FF2B5EF4-FFF2-40B4-BE49-F238E27FC236}">
                <a16:creationId xmlns:a16="http://schemas.microsoft.com/office/drawing/2014/main" id="{80D7A117-0699-4455-B91E-3F7F680DFEC1}"/>
              </a:ext>
            </a:extLst>
          </p:cNvPr>
          <p:cNvPicPr>
            <a:picLocks noChangeAspect="1"/>
          </p:cNvPicPr>
          <p:nvPr/>
        </p:nvPicPr>
        <p:blipFill>
          <a:blip r:embed="rId2"/>
          <a:stretch>
            <a:fillRect/>
          </a:stretch>
        </p:blipFill>
        <p:spPr>
          <a:xfrm>
            <a:off x="589390" y="1600189"/>
            <a:ext cx="7965219" cy="1034055"/>
          </a:xfrm>
          <a:prstGeom prst="rect">
            <a:avLst/>
          </a:prstGeom>
        </p:spPr>
      </p:pic>
      <p:pic>
        <p:nvPicPr>
          <p:cNvPr id="9" name="Picture 8">
            <a:extLst>
              <a:ext uri="{FF2B5EF4-FFF2-40B4-BE49-F238E27FC236}">
                <a16:creationId xmlns:a16="http://schemas.microsoft.com/office/drawing/2014/main" id="{E1C6BF18-B4A3-4829-8F24-2193CDBB7964}"/>
              </a:ext>
            </a:extLst>
          </p:cNvPr>
          <p:cNvPicPr>
            <a:picLocks noChangeAspect="1"/>
          </p:cNvPicPr>
          <p:nvPr/>
        </p:nvPicPr>
        <p:blipFill>
          <a:blip r:embed="rId3"/>
          <a:stretch>
            <a:fillRect/>
          </a:stretch>
        </p:blipFill>
        <p:spPr>
          <a:xfrm>
            <a:off x="734577" y="3124200"/>
            <a:ext cx="7674846" cy="3179579"/>
          </a:xfrm>
          <a:prstGeom prst="rect">
            <a:avLst/>
          </a:prstGeom>
        </p:spPr>
      </p:pic>
    </p:spTree>
  </p:cSld>
  <p:clrMapOvr>
    <a:masterClrMapping/>
  </p:clrMapOvr>
  <p:transition advTm="17904"/>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F5C99517-2C8D-4802-B3CD-87B18C650A0F}"/>
              </a:ext>
            </a:extLst>
          </p:cNvPr>
          <p:cNvSpPr>
            <a:spLocks noGrp="1" noChangeArrowheads="1"/>
          </p:cNvSpPr>
          <p:nvPr>
            <p:ph type="title"/>
          </p:nvPr>
        </p:nvSpPr>
        <p:spPr/>
        <p:txBody>
          <a:bodyPr/>
          <a:lstStyle/>
          <a:p>
            <a:pPr eaLnBrk="1" hangingPunct="1"/>
            <a:r>
              <a:rPr lang="en-GB" altLang="en-US" sz="3800" dirty="0">
                <a:latin typeface="Arial" panose="020B0604020202020204" pitchFamily="34" charset="0"/>
                <a:cs typeface="Arial" panose="020B0604020202020204" pitchFamily="34" charset="0"/>
              </a:rPr>
              <a:t>NOR Universal Gate</a:t>
            </a:r>
          </a:p>
        </p:txBody>
      </p:sp>
      <p:sp>
        <p:nvSpPr>
          <p:cNvPr id="31785" name="Rectangle 4">
            <a:extLst>
              <a:ext uri="{FF2B5EF4-FFF2-40B4-BE49-F238E27FC236}">
                <a16:creationId xmlns:a16="http://schemas.microsoft.com/office/drawing/2014/main" id="{C32FE4D3-E4FE-4A0A-B804-6B88156EBE49}"/>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lgn="ctr">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endParaRPr lang="en-US" altLang="en-US">
              <a:latin typeface="Arial" panose="020B0604020202020204" pitchFamily="34" charset="0"/>
            </a:endParaRPr>
          </a:p>
        </p:txBody>
      </p:sp>
      <p:pic>
        <p:nvPicPr>
          <p:cNvPr id="2" name="Picture 1">
            <a:extLst>
              <a:ext uri="{FF2B5EF4-FFF2-40B4-BE49-F238E27FC236}">
                <a16:creationId xmlns:a16="http://schemas.microsoft.com/office/drawing/2014/main" id="{C721767F-2309-45EA-AAAF-2420448830C2}"/>
              </a:ext>
            </a:extLst>
          </p:cNvPr>
          <p:cNvPicPr>
            <a:picLocks noChangeAspect="1"/>
          </p:cNvPicPr>
          <p:nvPr/>
        </p:nvPicPr>
        <p:blipFill>
          <a:blip r:embed="rId2"/>
          <a:stretch>
            <a:fillRect/>
          </a:stretch>
        </p:blipFill>
        <p:spPr>
          <a:xfrm>
            <a:off x="585215" y="1219200"/>
            <a:ext cx="8125233" cy="1981200"/>
          </a:xfrm>
          <a:prstGeom prst="rect">
            <a:avLst/>
          </a:prstGeom>
        </p:spPr>
      </p:pic>
      <p:pic>
        <p:nvPicPr>
          <p:cNvPr id="3" name="Picture 2">
            <a:extLst>
              <a:ext uri="{FF2B5EF4-FFF2-40B4-BE49-F238E27FC236}">
                <a16:creationId xmlns:a16="http://schemas.microsoft.com/office/drawing/2014/main" id="{6308A246-5BB6-43B1-BDB8-3EA99620CA1A}"/>
              </a:ext>
            </a:extLst>
          </p:cNvPr>
          <p:cNvPicPr>
            <a:picLocks noChangeAspect="1"/>
          </p:cNvPicPr>
          <p:nvPr/>
        </p:nvPicPr>
        <p:blipFill>
          <a:blip r:embed="rId3"/>
          <a:stretch>
            <a:fillRect/>
          </a:stretch>
        </p:blipFill>
        <p:spPr>
          <a:xfrm>
            <a:off x="527192" y="3352800"/>
            <a:ext cx="8089616" cy="3016468"/>
          </a:xfrm>
          <a:prstGeom prst="rect">
            <a:avLst/>
          </a:prstGeom>
        </p:spPr>
      </p:pic>
    </p:spTree>
    <p:extLst>
      <p:ext uri="{BB962C8B-B14F-4D97-AF65-F5344CB8AC3E}">
        <p14:creationId xmlns:p14="http://schemas.microsoft.com/office/powerpoint/2010/main" val="761415452"/>
      </p:ext>
    </p:extLst>
  </p:cSld>
  <p:clrMapOvr>
    <a:masterClrMapping/>
  </p:clrMapOvr>
  <p:transition advTm="17904"/>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F5C99517-2C8D-4802-B3CD-87B18C650A0F}"/>
              </a:ext>
            </a:extLst>
          </p:cNvPr>
          <p:cNvSpPr>
            <a:spLocks noGrp="1" noChangeArrowheads="1"/>
          </p:cNvSpPr>
          <p:nvPr>
            <p:ph type="title"/>
          </p:nvPr>
        </p:nvSpPr>
        <p:spPr>
          <a:xfrm>
            <a:off x="457200" y="623487"/>
            <a:ext cx="8229600" cy="636587"/>
          </a:xfrm>
        </p:spPr>
        <p:txBody>
          <a:bodyPr/>
          <a:lstStyle/>
          <a:p>
            <a:pPr eaLnBrk="1" hangingPunct="1"/>
            <a:r>
              <a:rPr lang="en-GB" altLang="en-US" sz="3800" dirty="0">
                <a:latin typeface="Arial" panose="020B0604020202020204" pitchFamily="34" charset="0"/>
                <a:cs typeface="Arial" panose="020B0604020202020204" pitchFamily="34" charset="0"/>
              </a:rPr>
              <a:t>Equivalent Gates</a:t>
            </a:r>
          </a:p>
        </p:txBody>
      </p:sp>
      <p:sp>
        <p:nvSpPr>
          <p:cNvPr id="31785" name="Rectangle 4">
            <a:extLst>
              <a:ext uri="{FF2B5EF4-FFF2-40B4-BE49-F238E27FC236}">
                <a16:creationId xmlns:a16="http://schemas.microsoft.com/office/drawing/2014/main" id="{C32FE4D3-E4FE-4A0A-B804-6B88156EBE49}"/>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lgn="ctr">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endParaRPr lang="en-US" altLang="en-US">
              <a:latin typeface="Arial" panose="020B0604020202020204" pitchFamily="34" charset="0"/>
            </a:endParaRPr>
          </a:p>
        </p:txBody>
      </p:sp>
      <p:pic>
        <p:nvPicPr>
          <p:cNvPr id="4" name="Picture 3">
            <a:extLst>
              <a:ext uri="{FF2B5EF4-FFF2-40B4-BE49-F238E27FC236}">
                <a16:creationId xmlns:a16="http://schemas.microsoft.com/office/drawing/2014/main" id="{AFE7F4A2-C076-4E61-B6A2-FA275A5A1BA9}"/>
              </a:ext>
            </a:extLst>
          </p:cNvPr>
          <p:cNvPicPr>
            <a:picLocks noChangeAspect="1"/>
          </p:cNvPicPr>
          <p:nvPr/>
        </p:nvPicPr>
        <p:blipFill rotWithShape="1">
          <a:blip r:embed="rId2"/>
          <a:srcRect t="17007"/>
          <a:stretch/>
        </p:blipFill>
        <p:spPr>
          <a:xfrm>
            <a:off x="1108601" y="1618043"/>
            <a:ext cx="6926798" cy="1770550"/>
          </a:xfrm>
          <a:prstGeom prst="rect">
            <a:avLst/>
          </a:prstGeom>
        </p:spPr>
      </p:pic>
      <p:pic>
        <p:nvPicPr>
          <p:cNvPr id="6" name="Picture 5">
            <a:extLst>
              <a:ext uri="{FF2B5EF4-FFF2-40B4-BE49-F238E27FC236}">
                <a16:creationId xmlns:a16="http://schemas.microsoft.com/office/drawing/2014/main" id="{06232367-5E15-4127-8372-991085BDD7F7}"/>
              </a:ext>
            </a:extLst>
          </p:cNvPr>
          <p:cNvPicPr>
            <a:picLocks noChangeAspect="1"/>
          </p:cNvPicPr>
          <p:nvPr/>
        </p:nvPicPr>
        <p:blipFill>
          <a:blip r:embed="rId3"/>
          <a:stretch>
            <a:fillRect/>
          </a:stretch>
        </p:blipFill>
        <p:spPr>
          <a:xfrm>
            <a:off x="1142129" y="3746562"/>
            <a:ext cx="6054199" cy="1449364"/>
          </a:xfrm>
          <a:prstGeom prst="rect">
            <a:avLst/>
          </a:prstGeom>
        </p:spPr>
      </p:pic>
    </p:spTree>
    <p:extLst>
      <p:ext uri="{BB962C8B-B14F-4D97-AF65-F5344CB8AC3E}">
        <p14:creationId xmlns:p14="http://schemas.microsoft.com/office/powerpoint/2010/main" val="940737316"/>
      </p:ext>
    </p:extLst>
  </p:cSld>
  <p:clrMapOvr>
    <a:masterClrMapping/>
  </p:clrMapOvr>
  <p:transition advTm="17904"/>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F5C99517-2C8D-4802-B3CD-87B18C650A0F}"/>
              </a:ext>
            </a:extLst>
          </p:cNvPr>
          <p:cNvSpPr>
            <a:spLocks noGrp="1" noChangeArrowheads="1"/>
          </p:cNvSpPr>
          <p:nvPr>
            <p:ph type="title"/>
          </p:nvPr>
        </p:nvSpPr>
        <p:spPr>
          <a:xfrm>
            <a:off x="457200" y="623487"/>
            <a:ext cx="8229600" cy="636587"/>
          </a:xfrm>
        </p:spPr>
        <p:txBody>
          <a:bodyPr/>
          <a:lstStyle/>
          <a:p>
            <a:pPr eaLnBrk="1" hangingPunct="1"/>
            <a:r>
              <a:rPr lang="en-GB" altLang="en-US" sz="3800" dirty="0">
                <a:latin typeface="Arial" panose="020B0604020202020204" pitchFamily="34" charset="0"/>
                <a:cs typeface="Arial" panose="020B0604020202020204" pitchFamily="34" charset="0"/>
              </a:rPr>
              <a:t>Equivalent Gates</a:t>
            </a:r>
          </a:p>
        </p:txBody>
      </p:sp>
      <p:sp>
        <p:nvSpPr>
          <p:cNvPr id="31785" name="Rectangle 4">
            <a:extLst>
              <a:ext uri="{FF2B5EF4-FFF2-40B4-BE49-F238E27FC236}">
                <a16:creationId xmlns:a16="http://schemas.microsoft.com/office/drawing/2014/main" id="{C32FE4D3-E4FE-4A0A-B804-6B88156EBE49}"/>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lgn="ctr">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endParaRPr lang="en-US" altLang="en-US">
              <a:latin typeface="Arial" panose="020B0604020202020204" pitchFamily="34" charset="0"/>
            </a:endParaRPr>
          </a:p>
        </p:txBody>
      </p:sp>
      <p:pic>
        <p:nvPicPr>
          <p:cNvPr id="2" name="Picture 1">
            <a:extLst>
              <a:ext uri="{FF2B5EF4-FFF2-40B4-BE49-F238E27FC236}">
                <a16:creationId xmlns:a16="http://schemas.microsoft.com/office/drawing/2014/main" id="{BD6B0A8D-B591-47C6-9F2E-C1ABC05F1447}"/>
              </a:ext>
            </a:extLst>
          </p:cNvPr>
          <p:cNvPicPr>
            <a:picLocks noChangeAspect="1"/>
          </p:cNvPicPr>
          <p:nvPr/>
        </p:nvPicPr>
        <p:blipFill>
          <a:blip r:embed="rId2"/>
          <a:stretch>
            <a:fillRect/>
          </a:stretch>
        </p:blipFill>
        <p:spPr>
          <a:xfrm>
            <a:off x="756658" y="1438729"/>
            <a:ext cx="7630684" cy="4425621"/>
          </a:xfrm>
          <a:prstGeom prst="rect">
            <a:avLst/>
          </a:prstGeom>
        </p:spPr>
      </p:pic>
    </p:spTree>
    <p:extLst>
      <p:ext uri="{BB962C8B-B14F-4D97-AF65-F5344CB8AC3E}">
        <p14:creationId xmlns:p14="http://schemas.microsoft.com/office/powerpoint/2010/main" val="4096866182"/>
      </p:ext>
    </p:extLst>
  </p:cSld>
  <p:clrMapOvr>
    <a:masterClrMapping/>
  </p:clrMapOvr>
  <p:transition advTm="17904"/>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82" name="Rectangle 2"/>
          <p:cNvSpPr>
            <a:spLocks noGrp="1" noChangeArrowheads="1"/>
          </p:cNvSpPr>
          <p:nvPr>
            <p:ph type="title"/>
          </p:nvPr>
        </p:nvSpPr>
        <p:spPr/>
        <p:txBody>
          <a:bodyPr/>
          <a:lstStyle/>
          <a:p>
            <a:r>
              <a:rPr lang="en-GB" sz="3800" b="0">
                <a:latin typeface="Arial" pitchFamily="34" charset="0"/>
                <a:cs typeface="Arial" pitchFamily="34" charset="0"/>
              </a:rPr>
              <a:t>NAND Gate Applications</a:t>
            </a:r>
          </a:p>
        </p:txBody>
      </p:sp>
      <p:sp>
        <p:nvSpPr>
          <p:cNvPr id="327683" name="Rectangle 3"/>
          <p:cNvSpPr>
            <a:spLocks noGrp="1" noChangeArrowheads="1"/>
          </p:cNvSpPr>
          <p:nvPr>
            <p:ph type="body" sz="half" idx="1"/>
          </p:nvPr>
        </p:nvSpPr>
        <p:spPr>
          <a:xfrm>
            <a:off x="457200" y="1600200"/>
            <a:ext cx="8229600" cy="1219200"/>
          </a:xfrm>
        </p:spPr>
        <p:txBody>
          <a:bodyPr/>
          <a:lstStyle/>
          <a:p>
            <a:r>
              <a:rPr lang="en-GB" sz="2800"/>
              <a:t>Device Failure Alarm</a:t>
            </a:r>
          </a:p>
          <a:p>
            <a:pPr lvl="1">
              <a:buClr>
                <a:schemeClr val="tx1"/>
              </a:buClr>
            </a:pPr>
            <a:endParaRPr lang="en-GB">
              <a:effectLst/>
              <a:latin typeface="Arial" pitchFamily="34" charset="0"/>
            </a:endParaRPr>
          </a:p>
        </p:txBody>
      </p:sp>
      <p:graphicFrame>
        <p:nvGraphicFramePr>
          <p:cNvPr id="327686" name="Object 6"/>
          <p:cNvGraphicFramePr>
            <a:graphicFrameLocks noGrp="1" noChangeAspect="1"/>
          </p:cNvGraphicFramePr>
          <p:nvPr>
            <p:ph sz="half" idx="2"/>
          </p:nvPr>
        </p:nvGraphicFramePr>
        <p:xfrm>
          <a:off x="468313" y="3422650"/>
          <a:ext cx="8207375" cy="1801813"/>
        </p:xfrm>
        <a:graphic>
          <a:graphicData uri="http://schemas.openxmlformats.org/presentationml/2006/ole">
            <mc:AlternateContent xmlns:mc="http://schemas.openxmlformats.org/markup-compatibility/2006">
              <mc:Choice xmlns:v="urn:schemas-microsoft-com:vml" Requires="v">
                <p:oleObj name="Visio" r:id="rId3" imgW="9523476" imgH="2091233" progId="Visio.Drawing.6">
                  <p:embed/>
                </p:oleObj>
              </mc:Choice>
              <mc:Fallback>
                <p:oleObj name="Visio" r:id="rId3" imgW="9523476" imgH="2091233" progId="Visio.Drawing.6">
                  <p:embed/>
                  <p:pic>
                    <p:nvPicPr>
                      <p:cNvPr id="327686"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8313" y="3422650"/>
                        <a:ext cx="8207375" cy="1801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pic>
                </p:oleObj>
              </mc:Fallback>
            </mc:AlternateContent>
          </a:graphicData>
        </a:graphic>
      </p:graphicFrame>
    </p:spTree>
  </p:cSld>
  <p:clrMapOvr>
    <a:masterClrMapping/>
  </p:clrMapOvr>
  <p:transition advTm="28592"/>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706" name="Rectangle 2"/>
          <p:cNvSpPr>
            <a:spLocks noGrp="1" noChangeArrowheads="1"/>
          </p:cNvSpPr>
          <p:nvPr>
            <p:ph type="title"/>
          </p:nvPr>
        </p:nvSpPr>
        <p:spPr/>
        <p:txBody>
          <a:bodyPr/>
          <a:lstStyle/>
          <a:p>
            <a:r>
              <a:rPr lang="en-GB" sz="3800" b="0">
                <a:latin typeface="Arial" pitchFamily="34" charset="0"/>
                <a:cs typeface="Arial" pitchFamily="34" charset="0"/>
              </a:rPr>
              <a:t>NOR Gate Applications</a:t>
            </a:r>
          </a:p>
        </p:txBody>
      </p:sp>
      <p:sp>
        <p:nvSpPr>
          <p:cNvPr id="328707" name="Rectangle 3"/>
          <p:cNvSpPr>
            <a:spLocks noGrp="1" noChangeArrowheads="1"/>
          </p:cNvSpPr>
          <p:nvPr>
            <p:ph type="body" sz="half" idx="1"/>
          </p:nvPr>
        </p:nvSpPr>
        <p:spPr>
          <a:xfrm>
            <a:off x="457200" y="1600200"/>
            <a:ext cx="8229600" cy="685800"/>
          </a:xfrm>
        </p:spPr>
        <p:txBody>
          <a:bodyPr/>
          <a:lstStyle/>
          <a:p>
            <a:r>
              <a:rPr lang="en-GB" sz="2800"/>
              <a:t>Washing Machine Controller</a:t>
            </a:r>
          </a:p>
        </p:txBody>
      </p:sp>
      <p:graphicFrame>
        <p:nvGraphicFramePr>
          <p:cNvPr id="328713" name="Object 9"/>
          <p:cNvGraphicFramePr>
            <a:graphicFrameLocks noGrp="1" noChangeAspect="1"/>
          </p:cNvGraphicFramePr>
          <p:nvPr>
            <p:ph sz="half" idx="2"/>
          </p:nvPr>
        </p:nvGraphicFramePr>
        <p:xfrm>
          <a:off x="1143000" y="2590800"/>
          <a:ext cx="7161213" cy="3508375"/>
        </p:xfrm>
        <a:graphic>
          <a:graphicData uri="http://schemas.openxmlformats.org/presentationml/2006/ole">
            <mc:AlternateContent xmlns:mc="http://schemas.openxmlformats.org/markup-compatibility/2006">
              <mc:Choice xmlns:v="urn:schemas-microsoft-com:vml" Requires="v">
                <p:oleObj name="Visio" r:id="rId3" imgW="6980225" imgH="3418942" progId="Visio.Drawing.6">
                  <p:embed/>
                </p:oleObj>
              </mc:Choice>
              <mc:Fallback>
                <p:oleObj name="Visio" r:id="rId3" imgW="6980225" imgH="3418942" progId="Visio.Drawing.6">
                  <p:embed/>
                  <p:pic>
                    <p:nvPicPr>
                      <p:cNvPr id="328713"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2590800"/>
                        <a:ext cx="7161213" cy="350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pic>
                </p:oleObj>
              </mc:Fallback>
            </mc:AlternateContent>
          </a:graphicData>
        </a:graphic>
      </p:graphicFrame>
      <p:sp>
        <p:nvSpPr>
          <p:cNvPr id="5" name="TextBox 4"/>
          <p:cNvSpPr txBox="1"/>
          <p:nvPr/>
        </p:nvSpPr>
        <p:spPr>
          <a:xfrm>
            <a:off x="6019800" y="1828800"/>
            <a:ext cx="2743200" cy="2246769"/>
          </a:xfrm>
          <a:prstGeom prst="rect">
            <a:avLst/>
          </a:prstGeom>
          <a:noFill/>
        </p:spPr>
        <p:txBody>
          <a:bodyPr wrap="square" rtlCol="0">
            <a:spAutoFit/>
          </a:bodyPr>
          <a:lstStyle/>
          <a:p>
            <a:r>
              <a:rPr lang="en-GB" sz="2000" dirty="0"/>
              <a:t>If the lid is open or the water is below the minimum level or the washing machine has been overloaded the appropriate sensor sets its output to 1</a:t>
            </a:r>
            <a:endParaRPr lang="en-US" sz="2000" dirty="0"/>
          </a:p>
        </p:txBody>
      </p:sp>
    </p:spTree>
  </p:cSld>
  <p:clrMapOvr>
    <a:masterClrMapping/>
  </p:clrMapOvr>
  <p:transition advTm="28592"/>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9730" name="Rectangle 2"/>
          <p:cNvSpPr>
            <a:spLocks noGrp="1" noChangeArrowheads="1"/>
          </p:cNvSpPr>
          <p:nvPr>
            <p:ph type="title"/>
          </p:nvPr>
        </p:nvSpPr>
        <p:spPr/>
        <p:txBody>
          <a:bodyPr/>
          <a:lstStyle/>
          <a:p>
            <a:r>
              <a:rPr lang="en-GB" sz="3800" b="0">
                <a:latin typeface="Arial" pitchFamily="34" charset="0"/>
                <a:cs typeface="Arial" pitchFamily="34" charset="0"/>
              </a:rPr>
              <a:t>XOR Gate</a:t>
            </a:r>
          </a:p>
        </p:txBody>
      </p:sp>
      <p:sp>
        <p:nvSpPr>
          <p:cNvPr id="329731" name="Rectangle 3"/>
          <p:cNvSpPr>
            <a:spLocks noGrp="1" noChangeArrowheads="1"/>
          </p:cNvSpPr>
          <p:nvPr>
            <p:ph type="body" sz="half" idx="1"/>
          </p:nvPr>
        </p:nvSpPr>
        <p:spPr>
          <a:xfrm>
            <a:off x="457200" y="1676400"/>
            <a:ext cx="8077200" cy="2819400"/>
          </a:xfrm>
        </p:spPr>
        <p:txBody>
          <a:bodyPr/>
          <a:lstStyle/>
          <a:p>
            <a:r>
              <a:rPr lang="en-GB" sz="2800"/>
              <a:t>1 output</a:t>
            </a:r>
          </a:p>
          <a:p>
            <a:r>
              <a:rPr lang="en-GB" sz="2800"/>
              <a:t>2 inputs</a:t>
            </a:r>
          </a:p>
          <a:p>
            <a:r>
              <a:rPr lang="en-GB" sz="2800"/>
              <a:t>Multiple inputs</a:t>
            </a:r>
          </a:p>
        </p:txBody>
      </p:sp>
      <p:sp>
        <p:nvSpPr>
          <p:cNvPr id="329732" name="Rectangle 4"/>
          <p:cNvSpPr>
            <a:spLocks noChangeArrowheads="1"/>
          </p:cNvSpPr>
          <p:nvPr/>
        </p:nvSpPr>
        <p:spPr bwMode="auto">
          <a:xfrm>
            <a:off x="0" y="0"/>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329733" name="Object 5"/>
          <p:cNvGraphicFramePr>
            <a:graphicFrameLocks noChangeAspect="1"/>
          </p:cNvGraphicFramePr>
          <p:nvPr/>
        </p:nvGraphicFramePr>
        <p:xfrm>
          <a:off x="6172200" y="2354263"/>
          <a:ext cx="1104900" cy="865187"/>
        </p:xfrm>
        <a:graphic>
          <a:graphicData uri="http://schemas.openxmlformats.org/presentationml/2006/ole">
            <mc:AlternateContent xmlns:mc="http://schemas.openxmlformats.org/markup-compatibility/2006">
              <mc:Choice xmlns:v="urn:schemas-microsoft-com:vml" Requires="v">
                <p:oleObj name="Visio" r:id="rId2" imgW="3126029" imgH="1959559" progId="Visio.Drawing.6">
                  <p:embed/>
                </p:oleObj>
              </mc:Choice>
              <mc:Fallback>
                <p:oleObj name="Visio" r:id="rId2" imgW="3126029" imgH="1959559" progId="Visio.Drawing.6">
                  <p:embed/>
                  <p:pic>
                    <p:nvPicPr>
                      <p:cNvPr id="329733"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2200" y="2354263"/>
                        <a:ext cx="1104900" cy="8651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advTm="17904"/>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754" name="Rectangle 2"/>
          <p:cNvSpPr>
            <a:spLocks noGrp="1" noChangeArrowheads="1"/>
          </p:cNvSpPr>
          <p:nvPr>
            <p:ph type="title"/>
          </p:nvPr>
        </p:nvSpPr>
        <p:spPr/>
        <p:txBody>
          <a:bodyPr/>
          <a:lstStyle/>
          <a:p>
            <a:r>
              <a:rPr lang="en-GB" sz="3800" b="0"/>
              <a:t>XOR Gate function</a:t>
            </a:r>
          </a:p>
        </p:txBody>
      </p:sp>
      <p:graphicFrame>
        <p:nvGraphicFramePr>
          <p:cNvPr id="330756" name="Group 4"/>
          <p:cNvGraphicFramePr>
            <a:graphicFrameLocks noGrp="1"/>
          </p:cNvGraphicFramePr>
          <p:nvPr>
            <p:ph sz="quarter" idx="2"/>
          </p:nvPr>
        </p:nvGraphicFramePr>
        <p:xfrm>
          <a:off x="914400" y="2438400"/>
          <a:ext cx="3429000" cy="3108960"/>
        </p:xfrm>
        <a:graphic>
          <a:graphicData uri="http://schemas.openxmlformats.org/drawingml/2006/table">
            <a:tbl>
              <a:tblPr/>
              <a:tblGrid>
                <a:gridCol w="10160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gridCol w="1397000">
                  <a:extLst>
                    <a:ext uri="{9D8B030D-6E8A-4147-A177-3AD203B41FA5}">
                      <a16:colId xmlns:a16="http://schemas.microsoft.com/office/drawing/2014/main" val="20002"/>
                    </a:ext>
                  </a:extLst>
                </a:gridCol>
              </a:tblGrid>
              <a:tr h="365125">
                <a:tc gridSpan="2">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GB" sz="2800" b="0" i="0" u="none" strike="noStrike" cap="none" normalizeH="0" baseline="0">
                          <a:ln>
                            <a:noFill/>
                          </a:ln>
                          <a:solidFill>
                            <a:schemeClr val="tx1"/>
                          </a:solidFill>
                          <a:effectLst/>
                          <a:latin typeface="Arial" pitchFamily="34" charset="0"/>
                        </a:rPr>
                        <a:t>Input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GB" sz="2800" b="0" i="0" u="none" strike="noStrike" cap="none" normalizeH="0" baseline="0">
                          <a:ln>
                            <a:noFill/>
                          </a:ln>
                          <a:solidFill>
                            <a:schemeClr val="tx1"/>
                          </a:solidFill>
                          <a:effectLst/>
                          <a:latin typeface="Arial" pitchFamily="34" charset="0"/>
                        </a:rPr>
                        <a:t>Output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5125">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GB" sz="2800" b="0" i="0" u="none" strike="noStrike" cap="none" normalizeH="0" baseline="0">
                          <a:ln>
                            <a:noFill/>
                          </a:ln>
                          <a:solidFill>
                            <a:schemeClr val="tx1"/>
                          </a:solidFill>
                          <a:effectLst/>
                          <a:latin typeface="Arial" pitchFamily="34" charset="0"/>
                        </a:rPr>
                        <a:t>A</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GB" sz="2800" b="0" i="0" u="none" strike="noStrike" cap="none" normalizeH="0" baseline="0">
                          <a:ln>
                            <a:noFill/>
                          </a:ln>
                          <a:solidFill>
                            <a:schemeClr val="tx1"/>
                          </a:solidFill>
                          <a:effectLst/>
                          <a:latin typeface="Arial" pitchFamily="34" charset="0"/>
                        </a:rPr>
                        <a:t>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GB" sz="2800" b="0" i="0" u="none" strike="noStrike" cap="none" normalizeH="0" baseline="0">
                          <a:ln>
                            <a:noFill/>
                          </a:ln>
                          <a:solidFill>
                            <a:schemeClr val="tx1"/>
                          </a:solidFill>
                          <a:effectLst/>
                          <a:latin typeface="Arial" pitchFamily="34" charset="0"/>
                        </a:rPr>
                        <a:t>F</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88950">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GB" sz="2800" b="0" i="0" u="none" strike="noStrike" cap="none" normalizeH="0" baseline="0">
                          <a:ln>
                            <a:noFill/>
                          </a:ln>
                          <a:solidFill>
                            <a:schemeClr val="tx1"/>
                          </a:solidFill>
                          <a:effectLst/>
                          <a:latin typeface="Arial" pitchFamily="34" charset="0"/>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GB" sz="2800" b="0" i="0" u="none" strike="noStrike" cap="none" normalizeH="0" baseline="0">
                          <a:ln>
                            <a:noFill/>
                          </a:ln>
                          <a:solidFill>
                            <a:schemeClr val="tx1"/>
                          </a:solidFill>
                          <a:effectLst/>
                          <a:latin typeface="Arial" pitchFamily="34"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GB" sz="2800" b="0" i="0" u="none" strike="noStrike" cap="none" normalizeH="0" baseline="0">
                          <a:ln>
                            <a:noFill/>
                          </a:ln>
                          <a:solidFill>
                            <a:schemeClr val="tx1"/>
                          </a:solidFill>
                          <a:effectLst/>
                          <a:latin typeface="Arial" pitchFamily="34"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5125">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GB" sz="2800" b="0" i="0" u="none" strike="noStrike" cap="none" normalizeH="0" baseline="0">
                          <a:ln>
                            <a:noFill/>
                          </a:ln>
                          <a:solidFill>
                            <a:schemeClr val="tx1"/>
                          </a:solidFill>
                          <a:effectLst/>
                          <a:latin typeface="Arial" pitchFamily="34" charset="0"/>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GB" sz="2800" b="0" i="0" u="none" strike="noStrike" cap="none" normalizeH="0" baseline="0">
                          <a:ln>
                            <a:noFill/>
                          </a:ln>
                          <a:solidFill>
                            <a:schemeClr val="tx1"/>
                          </a:solidFill>
                          <a:effectLst/>
                          <a:latin typeface="Arial" pitchFamily="34"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GB" sz="2800" b="0" i="0" u="none" strike="noStrike" cap="none" normalizeH="0" baseline="0">
                          <a:ln>
                            <a:noFill/>
                          </a:ln>
                          <a:solidFill>
                            <a:schemeClr val="tx1"/>
                          </a:solidFill>
                          <a:effectLst/>
                          <a:latin typeface="Arial" pitchFamily="34"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5125">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GB" sz="2800" b="0" i="0" u="none" strike="noStrike" cap="none" normalizeH="0" baseline="0">
                          <a:ln>
                            <a:noFill/>
                          </a:ln>
                          <a:solidFill>
                            <a:schemeClr val="tx1"/>
                          </a:solidFill>
                          <a:effectLst/>
                          <a:latin typeface="Arial" pitchFamily="34" charset="0"/>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GB" sz="2800" b="0" i="0" u="none" strike="noStrike" cap="none" normalizeH="0" baseline="0">
                          <a:ln>
                            <a:noFill/>
                          </a:ln>
                          <a:solidFill>
                            <a:schemeClr val="tx1"/>
                          </a:solidFill>
                          <a:effectLst/>
                          <a:latin typeface="Arial" pitchFamily="34"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GB" sz="2800" b="0" i="0" u="none" strike="noStrike" cap="none" normalizeH="0" baseline="0">
                          <a:ln>
                            <a:noFill/>
                          </a:ln>
                          <a:solidFill>
                            <a:schemeClr val="tx1"/>
                          </a:solidFill>
                          <a:effectLst/>
                          <a:latin typeface="Arial" pitchFamily="34"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63538">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GB" sz="2800" b="0" i="0" u="none" strike="noStrike" cap="none" normalizeH="0" baseline="0">
                          <a:ln>
                            <a:noFill/>
                          </a:ln>
                          <a:solidFill>
                            <a:schemeClr val="tx1"/>
                          </a:solidFill>
                          <a:effectLst/>
                          <a:latin typeface="Arial" pitchFamily="34" charset="0"/>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GB" sz="2800" b="0" i="0" u="none" strike="noStrike" cap="none" normalizeH="0" baseline="0">
                          <a:ln>
                            <a:noFill/>
                          </a:ln>
                          <a:solidFill>
                            <a:schemeClr val="tx1"/>
                          </a:solidFill>
                          <a:effectLst/>
                          <a:latin typeface="Arial" pitchFamily="34"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GB" sz="2800" b="0" i="0" u="none" strike="noStrike" cap="none" normalizeH="0" baseline="0">
                          <a:ln>
                            <a:noFill/>
                          </a:ln>
                          <a:solidFill>
                            <a:schemeClr val="tx1"/>
                          </a:solidFill>
                          <a:effectLst/>
                          <a:latin typeface="Arial" pitchFamily="34"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graphicFrame>
        <p:nvGraphicFramePr>
          <p:cNvPr id="330786" name="Object 34"/>
          <p:cNvGraphicFramePr>
            <a:graphicFrameLocks noGrp="1" noChangeAspect="1"/>
          </p:cNvGraphicFramePr>
          <p:nvPr>
            <p:ph sz="quarter" idx="3"/>
          </p:nvPr>
        </p:nvGraphicFramePr>
        <p:xfrm>
          <a:off x="5116513" y="2720975"/>
          <a:ext cx="1741487" cy="460375"/>
        </p:xfrm>
        <a:graphic>
          <a:graphicData uri="http://schemas.openxmlformats.org/presentationml/2006/ole">
            <mc:AlternateContent xmlns:mc="http://schemas.openxmlformats.org/markup-compatibility/2006">
              <mc:Choice xmlns:v="urn:schemas-microsoft-com:vml" Requires="v">
                <p:oleObj name="Equation" r:id="rId2" imgW="672840" imgH="177480" progId="Equation.3">
                  <p:embed/>
                </p:oleObj>
              </mc:Choice>
              <mc:Fallback>
                <p:oleObj name="Equation" r:id="rId2" imgW="672840" imgH="177480" progId="Equation.3">
                  <p:embed/>
                  <p:pic>
                    <p:nvPicPr>
                      <p:cNvPr id="330786" name="Object 3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16513" y="2720975"/>
                        <a:ext cx="1741487" cy="460375"/>
                      </a:xfrm>
                      <a:prstGeom prst="rect">
                        <a:avLst/>
                      </a:prstGeom>
                      <a:noFill/>
                      <a:ln>
                        <a:noFill/>
                      </a:ln>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hlink"/>
                            </a:solidFill>
                            <a:miter lim="800000"/>
                            <a:headEnd/>
                            <a:tailEnd/>
                          </a14:hiddenLine>
                        </a:ext>
                      </a:extLst>
                    </p:spPr>
                  </p:pic>
                </p:oleObj>
              </mc:Fallback>
            </mc:AlternateContent>
          </a:graphicData>
        </a:graphic>
      </p:graphicFrame>
      <p:sp>
        <p:nvSpPr>
          <p:cNvPr id="330785" name="Rectangle 33"/>
          <p:cNvSpPr>
            <a:spLocks noChangeArrowheads="1"/>
          </p:cNvSpPr>
          <p:nvPr/>
        </p:nvSpPr>
        <p:spPr bwMode="auto">
          <a:xfrm>
            <a:off x="0" y="0"/>
            <a:ext cx="9144000" cy="0"/>
          </a:xfrm>
          <a:prstGeom prst="rect">
            <a:avLst/>
          </a:prstGeom>
          <a:noFill/>
          <a:ln w="0" algn="ctr">
            <a:noFill/>
            <a:miter lim="800000"/>
            <a:headEnd/>
            <a:tailEnd/>
          </a:ln>
          <a:effectLst/>
        </p:spPr>
        <p:txBody>
          <a:bodyPr wrap="none" anchor="ctr">
            <a:spAutoFit/>
          </a:bodyPr>
          <a:lstStyle/>
          <a:p>
            <a:endParaRPr lang="en-US"/>
          </a:p>
        </p:txBody>
      </p:sp>
    </p:spTree>
  </p:cSld>
  <p:clrMapOvr>
    <a:masterClrMapping/>
  </p:clrMapOvr>
  <p:transition advTm="55872"/>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1778" name="Rectangle 2"/>
          <p:cNvSpPr>
            <a:spLocks noGrp="1" noChangeArrowheads="1"/>
          </p:cNvSpPr>
          <p:nvPr>
            <p:ph type="title"/>
          </p:nvPr>
        </p:nvSpPr>
        <p:spPr/>
        <p:txBody>
          <a:bodyPr/>
          <a:lstStyle/>
          <a:p>
            <a:r>
              <a:rPr lang="en-GB" sz="3800" b="0">
                <a:latin typeface="Arial" pitchFamily="34" charset="0"/>
                <a:cs typeface="Arial" pitchFamily="34" charset="0"/>
              </a:rPr>
              <a:t>XOR Gate Timing Diagram</a:t>
            </a:r>
          </a:p>
        </p:txBody>
      </p:sp>
      <p:sp>
        <p:nvSpPr>
          <p:cNvPr id="331779" name="Rectangle 3"/>
          <p:cNvSpPr>
            <a:spLocks noChangeArrowheads="1"/>
          </p:cNvSpPr>
          <p:nvPr/>
        </p:nvSpPr>
        <p:spPr bwMode="auto">
          <a:xfrm>
            <a:off x="0" y="2014538"/>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331780" name="Object 4"/>
          <p:cNvGraphicFramePr>
            <a:graphicFrameLocks noChangeAspect="1"/>
          </p:cNvGraphicFramePr>
          <p:nvPr/>
        </p:nvGraphicFramePr>
        <p:xfrm>
          <a:off x="762000" y="1905000"/>
          <a:ext cx="7620000" cy="3929063"/>
        </p:xfrm>
        <a:graphic>
          <a:graphicData uri="http://schemas.openxmlformats.org/presentationml/2006/ole">
            <mc:AlternateContent xmlns:mc="http://schemas.openxmlformats.org/markup-compatibility/2006">
              <mc:Choice xmlns:v="urn:schemas-microsoft-com:vml" Requires="v">
                <p:oleObj name="Visio" r:id="rId2" imgW="6067958" imgH="3126029" progId="Visio.Drawing.6">
                  <p:embed/>
                </p:oleObj>
              </mc:Choice>
              <mc:Fallback>
                <p:oleObj name="Visio" r:id="rId2" imgW="6067958" imgH="3126029" progId="Visio.Drawing.6">
                  <p:embed/>
                  <p:pic>
                    <p:nvPicPr>
                      <p:cNvPr id="33178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1905000"/>
                        <a:ext cx="7620000" cy="3929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advTm="9840"/>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2802" name="Rectangle 2"/>
          <p:cNvSpPr>
            <a:spLocks noGrp="1" noChangeArrowheads="1"/>
          </p:cNvSpPr>
          <p:nvPr>
            <p:ph type="title"/>
          </p:nvPr>
        </p:nvSpPr>
        <p:spPr/>
        <p:txBody>
          <a:bodyPr/>
          <a:lstStyle/>
          <a:p>
            <a:r>
              <a:rPr lang="en-GB" sz="3800" b="0">
                <a:latin typeface="Arial" pitchFamily="34" charset="0"/>
                <a:cs typeface="Arial" pitchFamily="34" charset="0"/>
              </a:rPr>
              <a:t>XNOR Gate</a:t>
            </a:r>
          </a:p>
        </p:txBody>
      </p:sp>
      <p:sp>
        <p:nvSpPr>
          <p:cNvPr id="332803" name="Rectangle 3"/>
          <p:cNvSpPr>
            <a:spLocks noGrp="1" noChangeArrowheads="1"/>
          </p:cNvSpPr>
          <p:nvPr>
            <p:ph type="body" sz="half" idx="1"/>
          </p:nvPr>
        </p:nvSpPr>
        <p:spPr>
          <a:xfrm>
            <a:off x="457200" y="1676400"/>
            <a:ext cx="8077200" cy="2819400"/>
          </a:xfrm>
        </p:spPr>
        <p:txBody>
          <a:bodyPr/>
          <a:lstStyle/>
          <a:p>
            <a:r>
              <a:rPr lang="en-GB" sz="2800"/>
              <a:t>1 output</a:t>
            </a:r>
          </a:p>
          <a:p>
            <a:r>
              <a:rPr lang="en-GB" sz="2800"/>
              <a:t>2 inputs</a:t>
            </a:r>
          </a:p>
          <a:p>
            <a:r>
              <a:rPr lang="en-GB" sz="2800"/>
              <a:t>Multiple inputs</a:t>
            </a:r>
          </a:p>
        </p:txBody>
      </p:sp>
      <p:sp>
        <p:nvSpPr>
          <p:cNvPr id="332804" name="Rectangle 4"/>
          <p:cNvSpPr>
            <a:spLocks noChangeArrowheads="1"/>
          </p:cNvSpPr>
          <p:nvPr/>
        </p:nvSpPr>
        <p:spPr bwMode="auto">
          <a:xfrm>
            <a:off x="0" y="0"/>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332805" name="Object 5"/>
          <p:cNvGraphicFramePr>
            <a:graphicFrameLocks noChangeAspect="1"/>
          </p:cNvGraphicFramePr>
          <p:nvPr/>
        </p:nvGraphicFramePr>
        <p:xfrm>
          <a:off x="6172200" y="2354263"/>
          <a:ext cx="1104900" cy="865187"/>
        </p:xfrm>
        <a:graphic>
          <a:graphicData uri="http://schemas.openxmlformats.org/presentationml/2006/ole">
            <mc:AlternateContent xmlns:mc="http://schemas.openxmlformats.org/markup-compatibility/2006">
              <mc:Choice xmlns:v="urn:schemas-microsoft-com:vml" Requires="v">
                <p:oleObj name="Visio" r:id="rId2" imgW="3126029" imgH="1959559" progId="Visio.Drawing.6">
                  <p:embed/>
                </p:oleObj>
              </mc:Choice>
              <mc:Fallback>
                <p:oleObj name="Visio" r:id="rId2" imgW="3126029" imgH="1959559" progId="Visio.Drawing.6">
                  <p:embed/>
                  <p:pic>
                    <p:nvPicPr>
                      <p:cNvPr id="332805"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2200" y="2354263"/>
                        <a:ext cx="1104900" cy="8651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advTm="17904"/>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3826" name="Rectangle 2"/>
          <p:cNvSpPr>
            <a:spLocks noGrp="1" noChangeArrowheads="1"/>
          </p:cNvSpPr>
          <p:nvPr>
            <p:ph type="title"/>
          </p:nvPr>
        </p:nvSpPr>
        <p:spPr/>
        <p:txBody>
          <a:bodyPr/>
          <a:lstStyle/>
          <a:p>
            <a:r>
              <a:rPr lang="en-GB" sz="2800" b="0">
                <a:latin typeface="Arial" pitchFamily="34" charset="0"/>
                <a:cs typeface="Arial" pitchFamily="34" charset="0"/>
              </a:rPr>
              <a:t>XNOR Gate function</a:t>
            </a:r>
          </a:p>
        </p:txBody>
      </p:sp>
      <p:graphicFrame>
        <p:nvGraphicFramePr>
          <p:cNvPr id="333827" name="Group 3"/>
          <p:cNvGraphicFramePr>
            <a:graphicFrameLocks noGrp="1"/>
          </p:cNvGraphicFramePr>
          <p:nvPr>
            <p:ph sz="quarter" idx="2"/>
          </p:nvPr>
        </p:nvGraphicFramePr>
        <p:xfrm>
          <a:off x="914400" y="2438400"/>
          <a:ext cx="3429000" cy="3108960"/>
        </p:xfrm>
        <a:graphic>
          <a:graphicData uri="http://schemas.openxmlformats.org/drawingml/2006/table">
            <a:tbl>
              <a:tblPr/>
              <a:tblGrid>
                <a:gridCol w="10160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gridCol w="1397000">
                  <a:extLst>
                    <a:ext uri="{9D8B030D-6E8A-4147-A177-3AD203B41FA5}">
                      <a16:colId xmlns:a16="http://schemas.microsoft.com/office/drawing/2014/main" val="20002"/>
                    </a:ext>
                  </a:extLst>
                </a:gridCol>
              </a:tblGrid>
              <a:tr h="365125">
                <a:tc gridSpan="2">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GB" sz="2800" b="0" i="0" u="none" strike="noStrike" cap="none" normalizeH="0" baseline="0">
                          <a:ln>
                            <a:noFill/>
                          </a:ln>
                          <a:solidFill>
                            <a:schemeClr val="tx1"/>
                          </a:solidFill>
                          <a:effectLst/>
                          <a:latin typeface="Arial" pitchFamily="34" charset="0"/>
                        </a:rPr>
                        <a:t>Input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GB" sz="2800" b="0" i="0" u="none" strike="noStrike" cap="none" normalizeH="0" baseline="0">
                          <a:ln>
                            <a:noFill/>
                          </a:ln>
                          <a:solidFill>
                            <a:schemeClr val="tx1"/>
                          </a:solidFill>
                          <a:effectLst/>
                          <a:latin typeface="Arial" pitchFamily="34" charset="0"/>
                        </a:rPr>
                        <a:t>Output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5125">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GB" sz="2800" b="0" i="0" u="none" strike="noStrike" cap="none" normalizeH="0" baseline="0">
                          <a:ln>
                            <a:noFill/>
                          </a:ln>
                          <a:solidFill>
                            <a:schemeClr val="tx1"/>
                          </a:solidFill>
                          <a:effectLst/>
                          <a:latin typeface="Arial" pitchFamily="34" charset="0"/>
                        </a:rPr>
                        <a:t>A</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GB" sz="2800" b="0" i="0" u="none" strike="noStrike" cap="none" normalizeH="0" baseline="0">
                          <a:ln>
                            <a:noFill/>
                          </a:ln>
                          <a:solidFill>
                            <a:schemeClr val="tx1"/>
                          </a:solidFill>
                          <a:effectLst/>
                          <a:latin typeface="Arial" pitchFamily="34" charset="0"/>
                        </a:rPr>
                        <a:t>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GB" sz="2800" b="0" i="0" u="none" strike="noStrike" cap="none" normalizeH="0" baseline="0">
                          <a:ln>
                            <a:noFill/>
                          </a:ln>
                          <a:solidFill>
                            <a:schemeClr val="tx1"/>
                          </a:solidFill>
                          <a:effectLst/>
                          <a:latin typeface="Arial" pitchFamily="34" charset="0"/>
                        </a:rPr>
                        <a:t>F</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88950">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GB" sz="2800" b="0" i="0" u="none" strike="noStrike" cap="none" normalizeH="0" baseline="0">
                          <a:ln>
                            <a:noFill/>
                          </a:ln>
                          <a:solidFill>
                            <a:schemeClr val="tx1"/>
                          </a:solidFill>
                          <a:effectLst/>
                          <a:latin typeface="Arial" pitchFamily="34" charset="0"/>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GB" sz="2800" b="0" i="0" u="none" strike="noStrike" cap="none" normalizeH="0" baseline="0">
                          <a:ln>
                            <a:noFill/>
                          </a:ln>
                          <a:solidFill>
                            <a:schemeClr val="tx1"/>
                          </a:solidFill>
                          <a:effectLst/>
                          <a:latin typeface="Arial" pitchFamily="34"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GB" sz="2800" b="0" i="0" u="none" strike="noStrike" cap="none" normalizeH="0" baseline="0">
                          <a:ln>
                            <a:noFill/>
                          </a:ln>
                          <a:solidFill>
                            <a:schemeClr val="tx1"/>
                          </a:solidFill>
                          <a:effectLst/>
                          <a:latin typeface="Arial" pitchFamily="34"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5125">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GB" sz="2800" b="0" i="0" u="none" strike="noStrike" cap="none" normalizeH="0" baseline="0">
                          <a:ln>
                            <a:noFill/>
                          </a:ln>
                          <a:solidFill>
                            <a:schemeClr val="tx1"/>
                          </a:solidFill>
                          <a:effectLst/>
                          <a:latin typeface="Arial" pitchFamily="34" charset="0"/>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GB" sz="2800" b="0" i="0" u="none" strike="noStrike" cap="none" normalizeH="0" baseline="0">
                          <a:ln>
                            <a:noFill/>
                          </a:ln>
                          <a:solidFill>
                            <a:schemeClr val="tx1"/>
                          </a:solidFill>
                          <a:effectLst/>
                          <a:latin typeface="Arial" pitchFamily="34"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GB" sz="2800" b="0" i="0" u="none" strike="noStrike" cap="none" normalizeH="0" baseline="0">
                          <a:ln>
                            <a:noFill/>
                          </a:ln>
                          <a:solidFill>
                            <a:schemeClr val="tx1"/>
                          </a:solidFill>
                          <a:effectLst/>
                          <a:latin typeface="Arial" pitchFamily="34"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5125">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GB" sz="2800" b="0" i="0" u="none" strike="noStrike" cap="none" normalizeH="0" baseline="0">
                          <a:ln>
                            <a:noFill/>
                          </a:ln>
                          <a:solidFill>
                            <a:schemeClr val="tx1"/>
                          </a:solidFill>
                          <a:effectLst/>
                          <a:latin typeface="Arial" pitchFamily="34" charset="0"/>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GB" sz="2800" b="0" i="0" u="none" strike="noStrike" cap="none" normalizeH="0" baseline="0">
                          <a:ln>
                            <a:noFill/>
                          </a:ln>
                          <a:solidFill>
                            <a:schemeClr val="tx1"/>
                          </a:solidFill>
                          <a:effectLst/>
                          <a:latin typeface="Arial" pitchFamily="34"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GB" sz="2800" b="0" i="0" u="none" strike="noStrike" cap="none" normalizeH="0" baseline="0">
                          <a:ln>
                            <a:noFill/>
                          </a:ln>
                          <a:solidFill>
                            <a:schemeClr val="tx1"/>
                          </a:solidFill>
                          <a:effectLst/>
                          <a:latin typeface="Arial" pitchFamily="34"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63538">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GB" sz="2800" b="0" i="0" u="none" strike="noStrike" cap="none" normalizeH="0" baseline="0">
                          <a:ln>
                            <a:noFill/>
                          </a:ln>
                          <a:solidFill>
                            <a:schemeClr val="tx1"/>
                          </a:solidFill>
                          <a:effectLst/>
                          <a:latin typeface="Arial" pitchFamily="34" charset="0"/>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GB" sz="2800" b="0" i="0" u="none" strike="noStrike" cap="none" normalizeH="0" baseline="0">
                          <a:ln>
                            <a:noFill/>
                          </a:ln>
                          <a:solidFill>
                            <a:schemeClr val="tx1"/>
                          </a:solidFill>
                          <a:effectLst/>
                          <a:latin typeface="Arial" pitchFamily="34"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GB" sz="2800" b="0" i="0" u="none" strike="noStrike" cap="none" normalizeH="0" baseline="0">
                          <a:ln>
                            <a:noFill/>
                          </a:ln>
                          <a:solidFill>
                            <a:schemeClr val="tx1"/>
                          </a:solidFill>
                          <a:effectLst/>
                          <a:latin typeface="Arial" pitchFamily="34"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graphicFrame>
        <p:nvGraphicFramePr>
          <p:cNvPr id="333857" name="Object 33"/>
          <p:cNvGraphicFramePr>
            <a:graphicFrameLocks noGrp="1" noChangeAspect="1"/>
          </p:cNvGraphicFramePr>
          <p:nvPr>
            <p:ph sz="quarter" idx="3"/>
          </p:nvPr>
        </p:nvGraphicFramePr>
        <p:xfrm>
          <a:off x="5268913" y="2720975"/>
          <a:ext cx="1741487" cy="558800"/>
        </p:xfrm>
        <a:graphic>
          <a:graphicData uri="http://schemas.openxmlformats.org/presentationml/2006/ole">
            <mc:AlternateContent xmlns:mc="http://schemas.openxmlformats.org/markup-compatibility/2006">
              <mc:Choice xmlns:v="urn:schemas-microsoft-com:vml" Requires="v">
                <p:oleObj name="Equation" r:id="rId2" imgW="672840" imgH="215640" progId="Equation.3">
                  <p:embed/>
                </p:oleObj>
              </mc:Choice>
              <mc:Fallback>
                <p:oleObj name="Equation" r:id="rId2" imgW="672840" imgH="215640" progId="Equation.3">
                  <p:embed/>
                  <p:pic>
                    <p:nvPicPr>
                      <p:cNvPr id="333857" name="Object 3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68913" y="2720975"/>
                        <a:ext cx="1741487" cy="558800"/>
                      </a:xfrm>
                      <a:prstGeom prst="rect">
                        <a:avLst/>
                      </a:prstGeom>
                      <a:noFill/>
                      <a:ln>
                        <a:noFill/>
                      </a:ln>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hlink"/>
                            </a:solidFill>
                            <a:miter lim="800000"/>
                            <a:headEnd/>
                            <a:tailEnd/>
                          </a14:hiddenLine>
                        </a:ext>
                      </a:extLst>
                    </p:spPr>
                  </p:pic>
                </p:oleObj>
              </mc:Fallback>
            </mc:AlternateContent>
          </a:graphicData>
        </a:graphic>
      </p:graphicFrame>
      <p:sp>
        <p:nvSpPr>
          <p:cNvPr id="333856" name="Rectangle 32"/>
          <p:cNvSpPr>
            <a:spLocks noChangeArrowheads="1"/>
          </p:cNvSpPr>
          <p:nvPr/>
        </p:nvSpPr>
        <p:spPr bwMode="auto">
          <a:xfrm>
            <a:off x="0" y="0"/>
            <a:ext cx="9144000" cy="0"/>
          </a:xfrm>
          <a:prstGeom prst="rect">
            <a:avLst/>
          </a:prstGeom>
          <a:noFill/>
          <a:ln w="0" algn="ctr">
            <a:noFill/>
            <a:miter lim="800000"/>
            <a:headEnd/>
            <a:tailEnd/>
          </a:ln>
          <a:effectLst/>
        </p:spPr>
        <p:txBody>
          <a:bodyPr wrap="none" anchor="ctr">
            <a:spAutoFit/>
          </a:bodyPr>
          <a:lstStyle/>
          <a:p>
            <a:endParaRPr lang="en-US"/>
          </a:p>
        </p:txBody>
      </p:sp>
    </p:spTree>
  </p:cSld>
  <p:clrMapOvr>
    <a:masterClrMapping/>
  </p:clrMapOvr>
  <p:transition advTm="55872"/>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4850" name="Rectangle 2"/>
          <p:cNvSpPr>
            <a:spLocks noGrp="1" noChangeArrowheads="1"/>
          </p:cNvSpPr>
          <p:nvPr>
            <p:ph type="title"/>
          </p:nvPr>
        </p:nvSpPr>
        <p:spPr/>
        <p:txBody>
          <a:bodyPr/>
          <a:lstStyle/>
          <a:p>
            <a:r>
              <a:rPr lang="en-GB" sz="3800" b="0">
                <a:latin typeface="Arial" pitchFamily="34" charset="0"/>
                <a:cs typeface="Arial" pitchFamily="34" charset="0"/>
              </a:rPr>
              <a:t>XNOR Gate Timing Diagram</a:t>
            </a:r>
          </a:p>
        </p:txBody>
      </p:sp>
      <p:sp>
        <p:nvSpPr>
          <p:cNvPr id="334851" name="Rectangle 3"/>
          <p:cNvSpPr>
            <a:spLocks noChangeArrowheads="1"/>
          </p:cNvSpPr>
          <p:nvPr/>
        </p:nvSpPr>
        <p:spPr bwMode="auto">
          <a:xfrm>
            <a:off x="0" y="2014538"/>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334852" name="Object 4"/>
          <p:cNvGraphicFramePr>
            <a:graphicFrameLocks noChangeAspect="1"/>
          </p:cNvGraphicFramePr>
          <p:nvPr/>
        </p:nvGraphicFramePr>
        <p:xfrm>
          <a:off x="762000" y="1905000"/>
          <a:ext cx="7620000" cy="3929063"/>
        </p:xfrm>
        <a:graphic>
          <a:graphicData uri="http://schemas.openxmlformats.org/presentationml/2006/ole">
            <mc:AlternateContent xmlns:mc="http://schemas.openxmlformats.org/markup-compatibility/2006">
              <mc:Choice xmlns:v="urn:schemas-microsoft-com:vml" Requires="v">
                <p:oleObj name="Visio" r:id="rId2" imgW="6067958" imgH="3126029" progId="Visio.Drawing.6">
                  <p:embed/>
                </p:oleObj>
              </mc:Choice>
              <mc:Fallback>
                <p:oleObj name="Visio" r:id="rId2" imgW="6067958" imgH="3126029" progId="Visio.Drawing.6">
                  <p:embed/>
                  <p:pic>
                    <p:nvPicPr>
                      <p:cNvPr id="334852"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1905000"/>
                        <a:ext cx="7620000" cy="3929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advTm="9840"/>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9970" name="Rectangle 2"/>
          <p:cNvSpPr>
            <a:spLocks noGrp="1" noChangeArrowheads="1"/>
          </p:cNvSpPr>
          <p:nvPr>
            <p:ph type="title"/>
          </p:nvPr>
        </p:nvSpPr>
        <p:spPr/>
        <p:txBody>
          <a:bodyPr/>
          <a:lstStyle/>
          <a:p>
            <a:r>
              <a:rPr lang="en-GB" sz="3800" b="0">
                <a:latin typeface="Arial" pitchFamily="34" charset="0"/>
                <a:cs typeface="Arial" pitchFamily="34" charset="0"/>
              </a:rPr>
              <a:t>XOR Gate Applications</a:t>
            </a:r>
          </a:p>
        </p:txBody>
      </p:sp>
      <p:sp>
        <p:nvSpPr>
          <p:cNvPr id="339971" name="Rectangle 3"/>
          <p:cNvSpPr>
            <a:spLocks noGrp="1" noChangeArrowheads="1"/>
          </p:cNvSpPr>
          <p:nvPr>
            <p:ph type="body" sz="half" idx="1"/>
          </p:nvPr>
        </p:nvSpPr>
        <p:spPr>
          <a:xfrm>
            <a:off x="457200" y="1600200"/>
            <a:ext cx="8229600" cy="1219200"/>
          </a:xfrm>
        </p:spPr>
        <p:txBody>
          <a:bodyPr/>
          <a:lstStyle/>
          <a:p>
            <a:r>
              <a:rPr lang="en-GB" sz="2800" dirty="0"/>
              <a:t>Detecting odd number of 1’s</a:t>
            </a:r>
          </a:p>
          <a:p>
            <a:pPr lvl="1">
              <a:buClr>
                <a:schemeClr val="tx1"/>
              </a:buClr>
            </a:pPr>
            <a:endParaRPr lang="en-GB" dirty="0">
              <a:effectLst/>
              <a:latin typeface="Arial" pitchFamily="34" charset="0"/>
            </a:endParaRPr>
          </a:p>
        </p:txBody>
      </p:sp>
      <p:graphicFrame>
        <p:nvGraphicFramePr>
          <p:cNvPr id="339974" name="Object 6"/>
          <p:cNvGraphicFramePr>
            <a:graphicFrameLocks noGrp="1" noChangeAspect="1"/>
          </p:cNvGraphicFramePr>
          <p:nvPr>
            <p:ph sz="half" idx="2"/>
          </p:nvPr>
        </p:nvGraphicFramePr>
        <p:xfrm>
          <a:off x="2805113" y="3048000"/>
          <a:ext cx="3906837" cy="2566988"/>
        </p:xfrm>
        <a:graphic>
          <a:graphicData uri="http://schemas.openxmlformats.org/presentationml/2006/ole">
            <mc:AlternateContent xmlns:mc="http://schemas.openxmlformats.org/markup-compatibility/2006">
              <mc:Choice xmlns:v="urn:schemas-microsoft-com:vml" Requires="v">
                <p:oleObj name="Visio" r:id="rId3" imgW="2661514" imgH="1748942" progId="Visio.Drawing.6">
                  <p:embed/>
                </p:oleObj>
              </mc:Choice>
              <mc:Fallback>
                <p:oleObj name="Visio" r:id="rId3" imgW="2661514" imgH="1748942" progId="Visio.Drawing.6">
                  <p:embed/>
                  <p:pic>
                    <p:nvPicPr>
                      <p:cNvPr id="339974"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05113" y="3048000"/>
                        <a:ext cx="3906837" cy="256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pic>
                </p:oleObj>
              </mc:Fallback>
            </mc:AlternateContent>
          </a:graphicData>
        </a:graphic>
      </p:graphicFrame>
    </p:spTree>
  </p:cSld>
  <p:clrMapOvr>
    <a:masterClrMapping/>
  </p:clrMapOvr>
  <p:transition advTm="28592"/>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2"/>
          <p:cNvSpPr>
            <a:spLocks noGrp="1" noChangeArrowheads="1"/>
          </p:cNvSpPr>
          <p:nvPr>
            <p:ph type="title"/>
          </p:nvPr>
        </p:nvSpPr>
        <p:spPr/>
        <p:txBody>
          <a:bodyPr/>
          <a:lstStyle/>
          <a:p>
            <a:r>
              <a:rPr lang="en-GB" sz="3800" b="0">
                <a:latin typeface="Arial" pitchFamily="34" charset="0"/>
                <a:cs typeface="Arial" pitchFamily="34" charset="0"/>
              </a:rPr>
              <a:t>XNOR Gate Applications</a:t>
            </a:r>
          </a:p>
        </p:txBody>
      </p:sp>
      <p:sp>
        <p:nvSpPr>
          <p:cNvPr id="340995" name="Rectangle 3"/>
          <p:cNvSpPr>
            <a:spLocks noGrp="1" noChangeArrowheads="1"/>
          </p:cNvSpPr>
          <p:nvPr>
            <p:ph type="body" sz="half" idx="1"/>
          </p:nvPr>
        </p:nvSpPr>
        <p:spPr>
          <a:xfrm>
            <a:off x="457200" y="1600200"/>
            <a:ext cx="8229600" cy="1219200"/>
          </a:xfrm>
        </p:spPr>
        <p:txBody>
          <a:bodyPr/>
          <a:lstStyle/>
          <a:p>
            <a:r>
              <a:rPr lang="en-GB" sz="2800"/>
              <a:t>Detecting even number of 1’s</a:t>
            </a:r>
          </a:p>
          <a:p>
            <a:pPr lvl="1">
              <a:buClr>
                <a:schemeClr val="tx1"/>
              </a:buClr>
            </a:pPr>
            <a:endParaRPr lang="en-GB">
              <a:effectLst/>
              <a:latin typeface="Arial" pitchFamily="34" charset="0"/>
            </a:endParaRPr>
          </a:p>
        </p:txBody>
      </p:sp>
      <p:graphicFrame>
        <p:nvGraphicFramePr>
          <p:cNvPr id="340996" name="Object 4"/>
          <p:cNvGraphicFramePr>
            <a:graphicFrameLocks noGrp="1" noChangeAspect="1"/>
          </p:cNvGraphicFramePr>
          <p:nvPr>
            <p:ph sz="half" idx="2"/>
          </p:nvPr>
        </p:nvGraphicFramePr>
        <p:xfrm>
          <a:off x="2805113" y="3048000"/>
          <a:ext cx="3906837" cy="2566988"/>
        </p:xfrm>
        <a:graphic>
          <a:graphicData uri="http://schemas.openxmlformats.org/presentationml/2006/ole">
            <mc:AlternateContent xmlns:mc="http://schemas.openxmlformats.org/markup-compatibility/2006">
              <mc:Choice xmlns:v="urn:schemas-microsoft-com:vml" Requires="v">
                <p:oleObj name="Visio" r:id="rId3" imgW="2661514" imgH="1748942" progId="Visio.Drawing.6">
                  <p:embed/>
                </p:oleObj>
              </mc:Choice>
              <mc:Fallback>
                <p:oleObj name="Visio" r:id="rId3" imgW="2661514" imgH="1748942" progId="Visio.Drawing.6">
                  <p:embed/>
                  <p:pic>
                    <p:nvPicPr>
                      <p:cNvPr id="340996"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05113" y="3048000"/>
                        <a:ext cx="3906837" cy="256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pic>
                </p:oleObj>
              </mc:Fallback>
            </mc:AlternateContent>
          </a:graphicData>
        </a:graphic>
      </p:graphicFrame>
    </p:spTree>
  </p:cSld>
  <p:clrMapOvr>
    <a:masterClrMapping/>
  </p:clrMapOvr>
  <p:transition advTm="28592"/>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4211" name="Rectangle 3">
            <a:extLst>
              <a:ext uri="{FF2B5EF4-FFF2-40B4-BE49-F238E27FC236}">
                <a16:creationId xmlns:a16="http://schemas.microsoft.com/office/drawing/2014/main" id="{5515956A-A931-4F1F-9242-4C054052AE7D}"/>
              </a:ext>
            </a:extLst>
          </p:cNvPr>
          <p:cNvSpPr>
            <a:spLocks noGrp="1" noChangeArrowheads="1"/>
          </p:cNvSpPr>
          <p:nvPr>
            <p:ph idx="1"/>
          </p:nvPr>
        </p:nvSpPr>
        <p:spPr/>
        <p:txBody>
          <a:bodyPr/>
          <a:lstStyle/>
          <a:p>
            <a:pPr algn="ctr" eaLnBrk="1" hangingPunct="1">
              <a:buFont typeface="Wingdings" panose="05000000000000000000" pitchFamily="2" charset="2"/>
              <a:buNone/>
            </a:pPr>
            <a:endParaRPr lang="en-GB" altLang="en-US" dirty="0"/>
          </a:p>
          <a:p>
            <a:pPr algn="ctr" eaLnBrk="1" hangingPunct="1">
              <a:buFont typeface="Wingdings" panose="05000000000000000000" pitchFamily="2" charset="2"/>
              <a:buNone/>
            </a:pPr>
            <a:endParaRPr lang="en-GB" altLang="en-US" dirty="0"/>
          </a:p>
          <a:p>
            <a:pPr algn="ctr" eaLnBrk="1" hangingPunct="1">
              <a:buFont typeface="Wingdings" panose="05000000000000000000" pitchFamily="2" charset="2"/>
              <a:buNone/>
            </a:pPr>
            <a:endParaRPr lang="en-GB" altLang="en-US" dirty="0"/>
          </a:p>
          <a:p>
            <a:pPr algn="ctr" eaLnBrk="1" hangingPunct="1">
              <a:buFont typeface="Wingdings" panose="05000000000000000000" pitchFamily="2" charset="2"/>
              <a:buNone/>
            </a:pPr>
            <a:r>
              <a:rPr lang="en-GB" altLang="en-US" dirty="0"/>
              <a:t>THE END</a:t>
            </a:r>
          </a:p>
        </p:txBody>
      </p:sp>
      <p:sp>
        <p:nvSpPr>
          <p:cNvPr id="2" name="Title 1">
            <a:extLst>
              <a:ext uri="{FF2B5EF4-FFF2-40B4-BE49-F238E27FC236}">
                <a16:creationId xmlns:a16="http://schemas.microsoft.com/office/drawing/2014/main" id="{B4810404-5BB6-4A40-BF82-B0C4BB0E6B35}"/>
              </a:ext>
            </a:extLst>
          </p:cNvPr>
          <p:cNvSpPr>
            <a:spLocks noGrp="1"/>
          </p:cNvSpPr>
          <p:nvPr>
            <p:ph type="title"/>
          </p:nvPr>
        </p:nvSpPr>
        <p:spPr/>
        <p:txBody>
          <a:bodyPr/>
          <a:lstStyle/>
          <a:p>
            <a:endParaRPr lang="en-US"/>
          </a:p>
        </p:txBody>
      </p:sp>
    </p:spTree>
  </p:cSld>
  <p:clrMapOvr>
    <a:masterClrMapping/>
  </p:clrMapOvr>
  <p:transition advTm="22432"/>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6911</TotalTime>
  <Words>935</Words>
  <Application>Microsoft Office PowerPoint</Application>
  <PresentationFormat>On-screen Show (4:3)</PresentationFormat>
  <Paragraphs>153</Paragraphs>
  <Slides>24</Slides>
  <Notes>6</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2</vt:i4>
      </vt:variant>
      <vt:variant>
        <vt:lpstr>Slide Titles</vt:lpstr>
      </vt:variant>
      <vt:variant>
        <vt:i4>24</vt:i4>
      </vt:variant>
    </vt:vector>
  </HeadingPairs>
  <TitlesOfParts>
    <vt:vector size="31" baseType="lpstr">
      <vt:lpstr>Folio</vt:lpstr>
      <vt:lpstr>Arial</vt:lpstr>
      <vt:lpstr>Calibri</vt:lpstr>
      <vt:lpstr>Wingdings</vt:lpstr>
      <vt:lpstr>Office Theme</vt:lpstr>
      <vt:lpstr>Visio</vt:lpstr>
      <vt:lpstr>Equation</vt:lpstr>
      <vt:lpstr>PowerPoint Presentation</vt:lpstr>
      <vt:lpstr>NAND Gate</vt:lpstr>
      <vt:lpstr>NAND Gate function</vt:lpstr>
      <vt:lpstr>NAND Gate Timing Diagram</vt:lpstr>
      <vt:lpstr>NOR Gate</vt:lpstr>
      <vt:lpstr>NOR Gate function</vt:lpstr>
      <vt:lpstr>NOR Gate Timing Diagram</vt:lpstr>
      <vt:lpstr>NAND Universal Gate</vt:lpstr>
      <vt:lpstr>NAND Universal Gate</vt:lpstr>
      <vt:lpstr>NOR Universal Gate</vt:lpstr>
      <vt:lpstr>NOR Universal Gate</vt:lpstr>
      <vt:lpstr>Equivalent Gates</vt:lpstr>
      <vt:lpstr>Equivalent Gates</vt:lpstr>
      <vt:lpstr>NAND Gate Applications</vt:lpstr>
      <vt:lpstr>NOR Gate Applications</vt:lpstr>
      <vt:lpstr>XOR Gate</vt:lpstr>
      <vt:lpstr>XOR Gate function</vt:lpstr>
      <vt:lpstr>XOR Gate Timing Diagram</vt:lpstr>
      <vt:lpstr>XNOR Gate</vt:lpstr>
      <vt:lpstr>XNOR Gate function</vt:lpstr>
      <vt:lpstr>XNOR Gate Timing Diagram</vt:lpstr>
      <vt:lpstr>XOR Gate Applications</vt:lpstr>
      <vt:lpstr>XNOR Gate Applications</vt:lpstr>
      <vt:lpstr>PowerPoint Presentation</vt:lpstr>
    </vt:vector>
  </TitlesOfParts>
  <Company>NU_FAST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No. 1</dc:title>
  <dc:creator>waseem</dc:creator>
  <cp:lastModifiedBy>Syed Zulqadar Hassan</cp:lastModifiedBy>
  <cp:revision>155</cp:revision>
  <dcterms:created xsi:type="dcterms:W3CDTF">2003-07-15T08:28:34Z</dcterms:created>
  <dcterms:modified xsi:type="dcterms:W3CDTF">2025-03-23T17:37:00Z</dcterms:modified>
</cp:coreProperties>
</file>
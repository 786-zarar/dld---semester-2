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75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74" r:id="rId12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666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 Zulqadar Hassan" userId="bb151c9adcbd665f" providerId="LiveId" clId="{E3D0C58F-F4D3-4E1D-8679-7D75C77F035A}"/>
    <pc:docChg chg="undo custSel addSld delSld modSld">
      <pc:chgData name="Syed Zulqadar Hassan" userId="bb151c9adcbd665f" providerId="LiveId" clId="{E3D0C58F-F4D3-4E1D-8679-7D75C77F035A}" dt="2025-06-15T00:30:34.509" v="95" actId="931"/>
      <pc:docMkLst>
        <pc:docMk/>
      </pc:docMkLst>
      <pc:sldChg chg="modSp mod">
        <pc:chgData name="Syed Zulqadar Hassan" userId="bb151c9adcbd665f" providerId="LiveId" clId="{E3D0C58F-F4D3-4E1D-8679-7D75C77F035A}" dt="2025-06-15T00:22:04.366" v="2" actId="20577"/>
        <pc:sldMkLst>
          <pc:docMk/>
          <pc:sldMk cId="0" sldId="256"/>
        </pc:sldMkLst>
        <pc:spChg chg="mod">
          <ac:chgData name="Syed Zulqadar Hassan" userId="bb151c9adcbd665f" providerId="LiveId" clId="{E3D0C58F-F4D3-4E1D-8679-7D75C77F035A}" dt="2025-06-15T00:22:01.567" v="0"/>
          <ac:spMkLst>
            <pc:docMk/>
            <pc:sldMk cId="0" sldId="256"/>
            <ac:spMk id="15" creationId="{00000000-0000-0000-0000-000000000000}"/>
          </ac:spMkLst>
        </pc:spChg>
        <pc:spChg chg="mod">
          <ac:chgData name="Syed Zulqadar Hassan" userId="bb151c9adcbd665f" providerId="LiveId" clId="{E3D0C58F-F4D3-4E1D-8679-7D75C77F035A}" dt="2025-06-15T00:22:04.366" v="2" actId="20577"/>
          <ac:spMkLst>
            <pc:docMk/>
            <pc:sldMk cId="0" sldId="256"/>
            <ac:spMk id="17" creationId="{00000000-0000-0000-0000-000000000000}"/>
          </ac:spMkLst>
        </pc:spChg>
      </pc:sldChg>
      <pc:sldChg chg="addSp delSp modSp mod">
        <pc:chgData name="Syed Zulqadar Hassan" userId="bb151c9adcbd665f" providerId="LiveId" clId="{E3D0C58F-F4D3-4E1D-8679-7D75C77F035A}" dt="2025-06-15T00:23:18.357" v="9"/>
        <pc:sldMkLst>
          <pc:docMk/>
          <pc:sldMk cId="0" sldId="257"/>
        </pc:sldMkLst>
        <pc:spChg chg="mod">
          <ac:chgData name="Syed Zulqadar Hassan" userId="bb151c9adcbd665f" providerId="LiveId" clId="{E3D0C58F-F4D3-4E1D-8679-7D75C77F035A}" dt="2025-06-15T00:23:18.357" v="9"/>
          <ac:spMkLst>
            <pc:docMk/>
            <pc:sldMk cId="0" sldId="257"/>
            <ac:spMk id="2" creationId="{00000000-0000-0000-0000-000000000000}"/>
          </ac:spMkLst>
        </pc:spChg>
        <pc:picChg chg="add mod">
          <ac:chgData name="Syed Zulqadar Hassan" userId="bb151c9adcbd665f" providerId="LiveId" clId="{E3D0C58F-F4D3-4E1D-8679-7D75C77F035A}" dt="2025-06-15T00:23:10.150" v="8" actId="1076"/>
          <ac:picMkLst>
            <pc:docMk/>
            <pc:sldMk cId="0" sldId="257"/>
            <ac:picMk id="3" creationId="{80969F5E-8CA8-376E-ADCC-AD5DA4F40D0E}"/>
          </ac:picMkLst>
        </pc:picChg>
        <pc:picChg chg="del">
          <ac:chgData name="Syed Zulqadar Hassan" userId="bb151c9adcbd665f" providerId="LiveId" clId="{E3D0C58F-F4D3-4E1D-8679-7D75C77F035A}" dt="2025-06-15T00:22:52.825" v="5" actId="478"/>
          <ac:picMkLst>
            <pc:docMk/>
            <pc:sldMk cId="0" sldId="257"/>
            <ac:picMk id="6" creationId="{CCBB3DA9-7EB4-39F8-D4C4-AEBA0191AE10}"/>
          </ac:picMkLst>
        </pc:picChg>
        <pc:picChg chg="del">
          <ac:chgData name="Syed Zulqadar Hassan" userId="bb151c9adcbd665f" providerId="LiveId" clId="{E3D0C58F-F4D3-4E1D-8679-7D75C77F035A}" dt="2025-06-15T00:22:52.224" v="4" actId="478"/>
          <ac:picMkLst>
            <pc:docMk/>
            <pc:sldMk cId="0" sldId="257"/>
            <ac:picMk id="7" creationId="{1D08BD62-8E23-BF23-EFC3-03358D8A5CB6}"/>
          </ac:picMkLst>
        </pc:picChg>
        <pc:picChg chg="del">
          <ac:chgData name="Syed Zulqadar Hassan" userId="bb151c9adcbd665f" providerId="LiveId" clId="{E3D0C58F-F4D3-4E1D-8679-7D75C77F035A}" dt="2025-06-15T00:22:51.435" v="3" actId="478"/>
          <ac:picMkLst>
            <pc:docMk/>
            <pc:sldMk cId="0" sldId="257"/>
            <ac:picMk id="8" creationId="{73D1200F-66DC-FAD9-F3F2-2B4DE134287C}"/>
          </ac:picMkLst>
        </pc:picChg>
      </pc:sldChg>
      <pc:sldChg chg="addSp delSp modSp mod">
        <pc:chgData name="Syed Zulqadar Hassan" userId="bb151c9adcbd665f" providerId="LiveId" clId="{E3D0C58F-F4D3-4E1D-8679-7D75C77F035A}" dt="2025-06-15T00:24:09.433" v="39" actId="14100"/>
        <pc:sldMkLst>
          <pc:docMk/>
          <pc:sldMk cId="3097094127" sldId="275"/>
        </pc:sldMkLst>
        <pc:spChg chg="mod">
          <ac:chgData name="Syed Zulqadar Hassan" userId="bb151c9adcbd665f" providerId="LiveId" clId="{E3D0C58F-F4D3-4E1D-8679-7D75C77F035A}" dt="2025-06-15T00:23:55.105" v="34" actId="14100"/>
          <ac:spMkLst>
            <pc:docMk/>
            <pc:sldMk cId="3097094127" sldId="275"/>
            <ac:spMk id="2" creationId="{70EFBF2A-009C-789D-B75F-4F044309A32B}"/>
          </ac:spMkLst>
        </pc:spChg>
        <pc:picChg chg="del">
          <ac:chgData name="Syed Zulqadar Hassan" userId="bb151c9adcbd665f" providerId="LiveId" clId="{E3D0C58F-F4D3-4E1D-8679-7D75C77F035A}" dt="2025-06-15T00:23:56.989" v="36" actId="478"/>
          <ac:picMkLst>
            <pc:docMk/>
            <pc:sldMk cId="3097094127" sldId="275"/>
            <ac:picMk id="3" creationId="{B4E82EDA-84AB-8FBC-AB60-8EBCD7C3ECBE}"/>
          </ac:picMkLst>
        </pc:picChg>
        <pc:picChg chg="add mod">
          <ac:chgData name="Syed Zulqadar Hassan" userId="bb151c9adcbd665f" providerId="LiveId" clId="{E3D0C58F-F4D3-4E1D-8679-7D75C77F035A}" dt="2025-06-15T00:24:09.433" v="39" actId="14100"/>
          <ac:picMkLst>
            <pc:docMk/>
            <pc:sldMk cId="3097094127" sldId="275"/>
            <ac:picMk id="5" creationId="{583C5413-2BCE-BC49-D970-FAD84F4C07F4}"/>
          </ac:picMkLst>
        </pc:picChg>
        <pc:picChg chg="del">
          <ac:chgData name="Syed Zulqadar Hassan" userId="bb151c9adcbd665f" providerId="LiveId" clId="{E3D0C58F-F4D3-4E1D-8679-7D75C77F035A}" dt="2025-06-15T00:23:56.298" v="35" actId="478"/>
          <ac:picMkLst>
            <pc:docMk/>
            <pc:sldMk cId="3097094127" sldId="275"/>
            <ac:picMk id="1026" creationId="{9FAA8004-8843-EEF7-E474-A59DF15CFC02}"/>
          </ac:picMkLst>
        </pc:picChg>
      </pc:sldChg>
      <pc:sldChg chg="addSp delSp modSp mod">
        <pc:chgData name="Syed Zulqadar Hassan" userId="bb151c9adcbd665f" providerId="LiveId" clId="{E3D0C58F-F4D3-4E1D-8679-7D75C77F035A}" dt="2025-06-15T00:26:27.406" v="56" actId="1076"/>
        <pc:sldMkLst>
          <pc:docMk/>
          <pc:sldMk cId="3839774652" sldId="277"/>
        </pc:sldMkLst>
        <pc:spChg chg="del mod">
          <ac:chgData name="Syed Zulqadar Hassan" userId="bb151c9adcbd665f" providerId="LiveId" clId="{E3D0C58F-F4D3-4E1D-8679-7D75C77F035A}" dt="2025-06-15T00:26:21.245" v="53" actId="478"/>
          <ac:spMkLst>
            <pc:docMk/>
            <pc:sldMk cId="3839774652" sldId="277"/>
            <ac:spMk id="2" creationId="{49FECB29-CD8B-4EC3-9C86-B30B996CA794}"/>
          </ac:spMkLst>
        </pc:spChg>
        <pc:spChg chg="add del">
          <ac:chgData name="Syed Zulqadar Hassan" userId="bb151c9adcbd665f" providerId="LiveId" clId="{E3D0C58F-F4D3-4E1D-8679-7D75C77F035A}" dt="2025-06-15T00:24:51.323" v="46" actId="478"/>
          <ac:spMkLst>
            <pc:docMk/>
            <pc:sldMk cId="3839774652" sldId="277"/>
            <ac:spMk id="3" creationId="{D179E609-5A51-D2D8-C437-6E38A931A82D}"/>
          </ac:spMkLst>
        </pc:spChg>
        <pc:spChg chg="add del">
          <ac:chgData name="Syed Zulqadar Hassan" userId="bb151c9adcbd665f" providerId="LiveId" clId="{E3D0C58F-F4D3-4E1D-8679-7D75C77F035A}" dt="2025-06-15T00:25:03.143" v="48" actId="478"/>
          <ac:spMkLst>
            <pc:docMk/>
            <pc:sldMk cId="3839774652" sldId="277"/>
            <ac:spMk id="6" creationId="{A103D6D7-D527-C7F8-6A33-35AED4A501CC}"/>
          </ac:spMkLst>
        </pc:spChg>
        <pc:spChg chg="add del mod">
          <ac:chgData name="Syed Zulqadar Hassan" userId="bb151c9adcbd665f" providerId="LiveId" clId="{E3D0C58F-F4D3-4E1D-8679-7D75C77F035A}" dt="2025-06-15T00:26:23.217" v="55" actId="478"/>
          <ac:spMkLst>
            <pc:docMk/>
            <pc:sldMk cId="3839774652" sldId="277"/>
            <ac:spMk id="10" creationId="{9B4CC290-DAB3-D1FF-2EDA-7E348AF77EFD}"/>
          </ac:spMkLst>
        </pc:spChg>
        <pc:picChg chg="del">
          <ac:chgData name="Syed Zulqadar Hassan" userId="bb151c9adcbd665f" providerId="LiveId" clId="{E3D0C58F-F4D3-4E1D-8679-7D75C77F035A}" dt="2025-06-15T00:24:32.803" v="43" actId="478"/>
          <ac:picMkLst>
            <pc:docMk/>
            <pc:sldMk cId="3839774652" sldId="277"/>
            <ac:picMk id="4" creationId="{6F036649-231B-458B-0618-7FBF17697521}"/>
          </ac:picMkLst>
        </pc:picChg>
        <pc:picChg chg="add mod">
          <ac:chgData name="Syed Zulqadar Hassan" userId="bb151c9adcbd665f" providerId="LiveId" clId="{E3D0C58F-F4D3-4E1D-8679-7D75C77F035A}" dt="2025-06-15T00:26:27.406" v="56" actId="1076"/>
          <ac:picMkLst>
            <pc:docMk/>
            <pc:sldMk cId="3839774652" sldId="277"/>
            <ac:picMk id="8" creationId="{EAA5EE28-371E-33AD-99FE-A9ACE24C1CCA}"/>
          </ac:picMkLst>
        </pc:picChg>
        <pc:picChg chg="del">
          <ac:chgData name="Syed Zulqadar Hassan" userId="bb151c9adcbd665f" providerId="LiveId" clId="{E3D0C58F-F4D3-4E1D-8679-7D75C77F035A}" dt="2025-06-15T00:24:32.302" v="42" actId="478"/>
          <ac:picMkLst>
            <pc:docMk/>
            <pc:sldMk cId="3839774652" sldId="277"/>
            <ac:picMk id="2052" creationId="{DD382EE1-FA00-147A-9722-226F2CFC6311}"/>
          </ac:picMkLst>
        </pc:picChg>
      </pc:sldChg>
      <pc:sldChg chg="addSp delSp modSp add del mod">
        <pc:chgData name="Syed Zulqadar Hassan" userId="bb151c9adcbd665f" providerId="LiveId" clId="{E3D0C58F-F4D3-4E1D-8679-7D75C77F035A}" dt="2025-06-15T00:28:25.256" v="63" actId="2696"/>
        <pc:sldMkLst>
          <pc:docMk/>
          <pc:sldMk cId="969558407" sldId="278"/>
        </pc:sldMkLst>
        <pc:picChg chg="add mod">
          <ac:chgData name="Syed Zulqadar Hassan" userId="bb151c9adcbd665f" providerId="LiveId" clId="{E3D0C58F-F4D3-4E1D-8679-7D75C77F035A}" dt="2025-06-15T00:28:21.490" v="61" actId="1076"/>
          <ac:picMkLst>
            <pc:docMk/>
            <pc:sldMk cId="969558407" sldId="278"/>
            <ac:picMk id="3" creationId="{90CAB54F-FF12-DB62-2771-E86540F2883D}"/>
          </ac:picMkLst>
        </pc:picChg>
        <pc:picChg chg="del">
          <ac:chgData name="Syed Zulqadar Hassan" userId="bb151c9adcbd665f" providerId="LiveId" clId="{E3D0C58F-F4D3-4E1D-8679-7D75C77F035A}" dt="2025-06-15T00:26:38.504" v="58" actId="478"/>
          <ac:picMkLst>
            <pc:docMk/>
            <pc:sldMk cId="969558407" sldId="278"/>
            <ac:picMk id="8" creationId="{B5920A36-4270-8363-710C-CFE7EA0E4396}"/>
          </ac:picMkLst>
        </pc:picChg>
      </pc:sldChg>
      <pc:sldChg chg="addSp delSp modSp add mod">
        <pc:chgData name="Syed Zulqadar Hassan" userId="bb151c9adcbd665f" providerId="LiveId" clId="{E3D0C58F-F4D3-4E1D-8679-7D75C77F035A}" dt="2025-06-15T00:29:51.700" v="85" actId="14100"/>
        <pc:sldMkLst>
          <pc:docMk/>
          <pc:sldMk cId="970387315" sldId="279"/>
        </pc:sldMkLst>
        <pc:picChg chg="del">
          <ac:chgData name="Syed Zulqadar Hassan" userId="bb151c9adcbd665f" providerId="LiveId" clId="{E3D0C58F-F4D3-4E1D-8679-7D75C77F035A}" dt="2025-06-15T00:28:27.883" v="65" actId="478"/>
          <ac:picMkLst>
            <pc:docMk/>
            <pc:sldMk cId="970387315" sldId="279"/>
            <ac:picMk id="3" creationId="{E45B2330-A5B4-F4B5-051B-2514EA258319}"/>
          </ac:picMkLst>
        </pc:picChg>
        <pc:picChg chg="add mod">
          <ac:chgData name="Syed Zulqadar Hassan" userId="bb151c9adcbd665f" providerId="LiveId" clId="{E3D0C58F-F4D3-4E1D-8679-7D75C77F035A}" dt="2025-06-15T00:29:51.700" v="85" actId="14100"/>
          <ac:picMkLst>
            <pc:docMk/>
            <pc:sldMk cId="970387315" sldId="279"/>
            <ac:picMk id="4" creationId="{52F47C32-21D9-11BC-3EE0-CD5930B9AB7C}"/>
          </ac:picMkLst>
        </pc:picChg>
      </pc:sldChg>
      <pc:sldChg chg="del">
        <pc:chgData name="Syed Zulqadar Hassan" userId="bb151c9adcbd665f" providerId="LiveId" clId="{E3D0C58F-F4D3-4E1D-8679-7D75C77F035A}" dt="2025-06-15T00:24:37.530" v="44" actId="2696"/>
        <pc:sldMkLst>
          <pc:docMk/>
          <pc:sldMk cId="4023059560" sldId="279"/>
        </pc:sldMkLst>
      </pc:sldChg>
      <pc:sldChg chg="addSp delSp modSp add mod">
        <pc:chgData name="Syed Zulqadar Hassan" userId="bb151c9adcbd665f" providerId="LiveId" clId="{E3D0C58F-F4D3-4E1D-8679-7D75C77F035A}" dt="2025-06-15T00:29:59.545" v="87" actId="14100"/>
        <pc:sldMkLst>
          <pc:docMk/>
          <pc:sldMk cId="1145761352" sldId="280"/>
        </pc:sldMkLst>
        <pc:picChg chg="add mod">
          <ac:chgData name="Syed Zulqadar Hassan" userId="bb151c9adcbd665f" providerId="LiveId" clId="{E3D0C58F-F4D3-4E1D-8679-7D75C77F035A}" dt="2025-06-15T00:29:59.545" v="87" actId="14100"/>
          <ac:picMkLst>
            <pc:docMk/>
            <pc:sldMk cId="1145761352" sldId="280"/>
            <ac:picMk id="3" creationId="{D914997C-D5B5-582B-843E-0746D240F61D}"/>
          </ac:picMkLst>
        </pc:picChg>
        <pc:picChg chg="del">
          <ac:chgData name="Syed Zulqadar Hassan" userId="bb151c9adcbd665f" providerId="LiveId" clId="{E3D0C58F-F4D3-4E1D-8679-7D75C77F035A}" dt="2025-06-15T00:28:45.257" v="71" actId="478"/>
          <ac:picMkLst>
            <pc:docMk/>
            <pc:sldMk cId="1145761352" sldId="280"/>
            <ac:picMk id="4" creationId="{50ACB7E8-FCD3-0F3D-E940-B11B471ABB79}"/>
          </ac:picMkLst>
        </pc:picChg>
      </pc:sldChg>
      <pc:sldChg chg="addSp delSp modSp add mod">
        <pc:chgData name="Syed Zulqadar Hassan" userId="bb151c9adcbd665f" providerId="LiveId" clId="{E3D0C58F-F4D3-4E1D-8679-7D75C77F035A}" dt="2025-06-15T00:29:34.723" v="80" actId="1076"/>
        <pc:sldMkLst>
          <pc:docMk/>
          <pc:sldMk cId="274874227" sldId="281"/>
        </pc:sldMkLst>
        <pc:picChg chg="del">
          <ac:chgData name="Syed Zulqadar Hassan" userId="bb151c9adcbd665f" providerId="LiveId" clId="{E3D0C58F-F4D3-4E1D-8679-7D75C77F035A}" dt="2025-06-15T00:29:07.919" v="75" actId="478"/>
          <ac:picMkLst>
            <pc:docMk/>
            <pc:sldMk cId="274874227" sldId="281"/>
            <ac:picMk id="3" creationId="{064E3BC0-C83D-A75D-5A62-3474D75B1D4C}"/>
          </ac:picMkLst>
        </pc:picChg>
        <pc:picChg chg="add mod">
          <ac:chgData name="Syed Zulqadar Hassan" userId="bb151c9adcbd665f" providerId="LiveId" clId="{E3D0C58F-F4D3-4E1D-8679-7D75C77F035A}" dt="2025-06-15T00:29:34.723" v="80" actId="1076"/>
          <ac:picMkLst>
            <pc:docMk/>
            <pc:sldMk cId="274874227" sldId="281"/>
            <ac:picMk id="4" creationId="{273E76B7-752A-E29B-5B9E-A62117CF7B32}"/>
          </ac:picMkLst>
        </pc:picChg>
      </pc:sldChg>
      <pc:sldChg chg="del">
        <pc:chgData name="Syed Zulqadar Hassan" userId="bb151c9adcbd665f" providerId="LiveId" clId="{E3D0C58F-F4D3-4E1D-8679-7D75C77F035A}" dt="2025-06-15T00:24:37.530" v="44" actId="2696"/>
        <pc:sldMkLst>
          <pc:docMk/>
          <pc:sldMk cId="3009751173" sldId="281"/>
        </pc:sldMkLst>
      </pc:sldChg>
      <pc:sldChg chg="addSp delSp modSp add mod">
        <pc:chgData name="Syed Zulqadar Hassan" userId="bb151c9adcbd665f" providerId="LiveId" clId="{E3D0C58F-F4D3-4E1D-8679-7D75C77F035A}" dt="2025-06-15T00:30:24.023" v="92" actId="14100"/>
        <pc:sldMkLst>
          <pc:docMk/>
          <pc:sldMk cId="699595852" sldId="282"/>
        </pc:sldMkLst>
        <pc:picChg chg="add mod">
          <ac:chgData name="Syed Zulqadar Hassan" userId="bb151c9adcbd665f" providerId="LiveId" clId="{E3D0C58F-F4D3-4E1D-8679-7D75C77F035A}" dt="2025-06-15T00:30:24.023" v="92" actId="14100"/>
          <ac:picMkLst>
            <pc:docMk/>
            <pc:sldMk cId="699595852" sldId="282"/>
            <ac:picMk id="3" creationId="{B3A88EF5-97B4-DE86-8724-C494A16F449E}"/>
          </ac:picMkLst>
        </pc:picChg>
        <pc:picChg chg="del">
          <ac:chgData name="Syed Zulqadar Hassan" userId="bb151c9adcbd665f" providerId="LiveId" clId="{E3D0C58F-F4D3-4E1D-8679-7D75C77F035A}" dt="2025-06-15T00:30:09.719" v="89" actId="478"/>
          <ac:picMkLst>
            <pc:docMk/>
            <pc:sldMk cId="699595852" sldId="282"/>
            <ac:picMk id="4" creationId="{F1E40188-CCA3-977E-9906-3367AD932574}"/>
          </ac:picMkLst>
        </pc:picChg>
      </pc:sldChg>
      <pc:sldChg chg="addSp delSp modSp add mod">
        <pc:chgData name="Syed Zulqadar Hassan" userId="bb151c9adcbd665f" providerId="LiveId" clId="{E3D0C58F-F4D3-4E1D-8679-7D75C77F035A}" dt="2025-06-15T00:30:34.509" v="95" actId="931"/>
        <pc:sldMkLst>
          <pc:docMk/>
          <pc:sldMk cId="2406968773" sldId="283"/>
        </pc:sldMkLst>
        <pc:picChg chg="del">
          <ac:chgData name="Syed Zulqadar Hassan" userId="bb151c9adcbd665f" providerId="LiveId" clId="{E3D0C58F-F4D3-4E1D-8679-7D75C77F035A}" dt="2025-06-15T00:30:29.007" v="94" actId="478"/>
          <ac:picMkLst>
            <pc:docMk/>
            <pc:sldMk cId="2406968773" sldId="283"/>
            <ac:picMk id="3" creationId="{EAB343AF-854A-D803-E0F6-CF37DCF9471F}"/>
          </ac:picMkLst>
        </pc:picChg>
        <pc:picChg chg="add mod">
          <ac:chgData name="Syed Zulqadar Hassan" userId="bb151c9adcbd665f" providerId="LiveId" clId="{E3D0C58F-F4D3-4E1D-8679-7D75C77F035A}" dt="2025-06-15T00:30:34.509" v="95" actId="931"/>
          <ac:picMkLst>
            <pc:docMk/>
            <pc:sldMk cId="2406968773" sldId="283"/>
            <ac:picMk id="4" creationId="{B97D82B8-0D0E-85C3-46BA-AA89044A98A7}"/>
          </ac:picMkLst>
        </pc:picChg>
      </pc:sldChg>
    </pc:docChg>
  </pc:docChgLst>
  <pc:docChgLst>
    <pc:chgData name="Syed Zulqadar Hassan" userId="bb151c9adcbd665f" providerId="LiveId" clId="{445C3B1D-A892-499A-9258-0BAB7F4D95CE}"/>
    <pc:docChg chg="undo custSel addSld delSld modSld">
      <pc:chgData name="Syed Zulqadar Hassan" userId="bb151c9adcbd665f" providerId="LiveId" clId="{445C3B1D-A892-499A-9258-0BAB7F4D95CE}" dt="2025-06-01T19:37:55.738" v="170" actId="478"/>
      <pc:docMkLst>
        <pc:docMk/>
      </pc:docMkLst>
      <pc:sldChg chg="addSp delSp modSp mod">
        <pc:chgData name="Syed Zulqadar Hassan" userId="bb151c9adcbd665f" providerId="LiveId" clId="{445C3B1D-A892-499A-9258-0BAB7F4D95CE}" dt="2025-06-01T19:37:55.738" v="170" actId="478"/>
        <pc:sldMkLst>
          <pc:docMk/>
          <pc:sldMk cId="0" sldId="256"/>
        </pc:sldMkLst>
        <pc:spChg chg="mod">
          <ac:chgData name="Syed Zulqadar Hassan" userId="bb151c9adcbd665f" providerId="LiveId" clId="{445C3B1D-A892-499A-9258-0BAB7F4D95CE}" dt="2025-06-01T18:36:49.809" v="18"/>
          <ac:spMkLst>
            <pc:docMk/>
            <pc:sldMk cId="0" sldId="256"/>
            <ac:spMk id="15" creationId="{00000000-0000-0000-0000-000000000000}"/>
          </ac:spMkLst>
        </pc:spChg>
        <pc:spChg chg="mod">
          <ac:chgData name="Syed Zulqadar Hassan" userId="bb151c9adcbd665f" providerId="LiveId" clId="{445C3B1D-A892-499A-9258-0BAB7F4D95CE}" dt="2025-06-01T18:34:30.488" v="17" actId="122"/>
          <ac:spMkLst>
            <pc:docMk/>
            <pc:sldMk cId="0" sldId="256"/>
            <ac:spMk id="17" creationId="{00000000-0000-0000-0000-000000000000}"/>
          </ac:spMkLst>
        </pc:spChg>
      </pc:sldChg>
      <pc:sldChg chg="addSp delSp modSp mod">
        <pc:chgData name="Syed Zulqadar Hassan" userId="bb151c9adcbd665f" providerId="LiveId" clId="{445C3B1D-A892-499A-9258-0BAB7F4D95CE}" dt="2025-06-01T19:37:17.819" v="159" actId="478"/>
        <pc:sldMkLst>
          <pc:docMk/>
          <pc:sldMk cId="0" sldId="257"/>
        </pc:sldMkLst>
        <pc:spChg chg="mod">
          <ac:chgData name="Syed Zulqadar Hassan" userId="bb151c9adcbd665f" providerId="LiveId" clId="{445C3B1D-A892-499A-9258-0BAB7F4D95CE}" dt="2025-06-01T18:37:23.526" v="23" actId="14100"/>
          <ac:spMkLst>
            <pc:docMk/>
            <pc:sldMk cId="0" sldId="257"/>
            <ac:spMk id="2" creationId="{00000000-0000-0000-0000-000000000000}"/>
          </ac:spMkLst>
        </pc:spChg>
      </pc:sldChg>
      <pc:sldChg chg="del">
        <pc:chgData name="Syed Zulqadar Hassan" userId="bb151c9adcbd665f" providerId="LiveId" clId="{445C3B1D-A892-499A-9258-0BAB7F4D95CE}" dt="2025-06-01T19:28:54.180" v="128" actId="47"/>
        <pc:sldMkLst>
          <pc:docMk/>
          <pc:sldMk cId="0" sldId="258"/>
        </pc:sldMkLst>
      </pc:sldChg>
      <pc:sldChg chg="del">
        <pc:chgData name="Syed Zulqadar Hassan" userId="bb151c9adcbd665f" providerId="LiveId" clId="{445C3B1D-A892-499A-9258-0BAB7F4D95CE}" dt="2025-06-01T19:28:54.180" v="128" actId="47"/>
        <pc:sldMkLst>
          <pc:docMk/>
          <pc:sldMk cId="0" sldId="259"/>
        </pc:sldMkLst>
      </pc:sldChg>
      <pc:sldChg chg="del">
        <pc:chgData name="Syed Zulqadar Hassan" userId="bb151c9adcbd665f" providerId="LiveId" clId="{445C3B1D-A892-499A-9258-0BAB7F4D95CE}" dt="2025-06-01T19:28:54.180" v="128" actId="47"/>
        <pc:sldMkLst>
          <pc:docMk/>
          <pc:sldMk cId="0" sldId="260"/>
        </pc:sldMkLst>
      </pc:sldChg>
      <pc:sldChg chg="del">
        <pc:chgData name="Syed Zulqadar Hassan" userId="bb151c9adcbd665f" providerId="LiveId" clId="{445C3B1D-A892-499A-9258-0BAB7F4D95CE}" dt="2025-06-01T19:28:54.180" v="128" actId="47"/>
        <pc:sldMkLst>
          <pc:docMk/>
          <pc:sldMk cId="0" sldId="261"/>
        </pc:sldMkLst>
      </pc:sldChg>
      <pc:sldChg chg="del">
        <pc:chgData name="Syed Zulqadar Hassan" userId="bb151c9adcbd665f" providerId="LiveId" clId="{445C3B1D-A892-499A-9258-0BAB7F4D95CE}" dt="2025-06-01T19:28:54.180" v="128" actId="47"/>
        <pc:sldMkLst>
          <pc:docMk/>
          <pc:sldMk cId="0" sldId="262"/>
        </pc:sldMkLst>
      </pc:sldChg>
      <pc:sldChg chg="del">
        <pc:chgData name="Syed Zulqadar Hassan" userId="bb151c9adcbd665f" providerId="LiveId" clId="{445C3B1D-A892-499A-9258-0BAB7F4D95CE}" dt="2025-06-01T19:28:54.180" v="128" actId="47"/>
        <pc:sldMkLst>
          <pc:docMk/>
          <pc:sldMk cId="0" sldId="263"/>
        </pc:sldMkLst>
      </pc:sldChg>
      <pc:sldChg chg="del">
        <pc:chgData name="Syed Zulqadar Hassan" userId="bb151c9adcbd665f" providerId="LiveId" clId="{445C3B1D-A892-499A-9258-0BAB7F4D95CE}" dt="2025-06-01T19:28:54.180" v="128" actId="47"/>
        <pc:sldMkLst>
          <pc:docMk/>
          <pc:sldMk cId="0" sldId="264"/>
        </pc:sldMkLst>
      </pc:sldChg>
      <pc:sldChg chg="del">
        <pc:chgData name="Syed Zulqadar Hassan" userId="bb151c9adcbd665f" providerId="LiveId" clId="{445C3B1D-A892-499A-9258-0BAB7F4D95CE}" dt="2025-06-01T19:28:54.180" v="128" actId="47"/>
        <pc:sldMkLst>
          <pc:docMk/>
          <pc:sldMk cId="0" sldId="265"/>
        </pc:sldMkLst>
      </pc:sldChg>
      <pc:sldChg chg="del">
        <pc:chgData name="Syed Zulqadar Hassan" userId="bb151c9adcbd665f" providerId="LiveId" clId="{445C3B1D-A892-499A-9258-0BAB7F4D95CE}" dt="2025-06-01T19:28:54.180" v="128" actId="47"/>
        <pc:sldMkLst>
          <pc:docMk/>
          <pc:sldMk cId="0" sldId="266"/>
        </pc:sldMkLst>
      </pc:sldChg>
      <pc:sldChg chg="del">
        <pc:chgData name="Syed Zulqadar Hassan" userId="bb151c9adcbd665f" providerId="LiveId" clId="{445C3B1D-A892-499A-9258-0BAB7F4D95CE}" dt="2025-06-01T19:28:54.180" v="128" actId="47"/>
        <pc:sldMkLst>
          <pc:docMk/>
          <pc:sldMk cId="0" sldId="267"/>
        </pc:sldMkLst>
      </pc:sldChg>
      <pc:sldChg chg="del">
        <pc:chgData name="Syed Zulqadar Hassan" userId="bb151c9adcbd665f" providerId="LiveId" clId="{445C3B1D-A892-499A-9258-0BAB7F4D95CE}" dt="2025-06-01T19:28:54.180" v="128" actId="47"/>
        <pc:sldMkLst>
          <pc:docMk/>
          <pc:sldMk cId="0" sldId="268"/>
        </pc:sldMkLst>
      </pc:sldChg>
      <pc:sldChg chg="del">
        <pc:chgData name="Syed Zulqadar Hassan" userId="bb151c9adcbd665f" providerId="LiveId" clId="{445C3B1D-A892-499A-9258-0BAB7F4D95CE}" dt="2025-06-01T19:28:54.180" v="128" actId="47"/>
        <pc:sldMkLst>
          <pc:docMk/>
          <pc:sldMk cId="0" sldId="269"/>
        </pc:sldMkLst>
      </pc:sldChg>
      <pc:sldChg chg="del">
        <pc:chgData name="Syed Zulqadar Hassan" userId="bb151c9adcbd665f" providerId="LiveId" clId="{445C3B1D-A892-499A-9258-0BAB7F4D95CE}" dt="2025-06-01T19:28:54.180" v="128" actId="47"/>
        <pc:sldMkLst>
          <pc:docMk/>
          <pc:sldMk cId="0" sldId="270"/>
        </pc:sldMkLst>
      </pc:sldChg>
      <pc:sldChg chg="del">
        <pc:chgData name="Syed Zulqadar Hassan" userId="bb151c9adcbd665f" providerId="LiveId" clId="{445C3B1D-A892-499A-9258-0BAB7F4D95CE}" dt="2025-06-01T19:28:54.180" v="128" actId="47"/>
        <pc:sldMkLst>
          <pc:docMk/>
          <pc:sldMk cId="0" sldId="271"/>
        </pc:sldMkLst>
      </pc:sldChg>
      <pc:sldChg chg="del">
        <pc:chgData name="Syed Zulqadar Hassan" userId="bb151c9adcbd665f" providerId="LiveId" clId="{445C3B1D-A892-499A-9258-0BAB7F4D95CE}" dt="2025-06-01T19:28:54.180" v="128" actId="47"/>
        <pc:sldMkLst>
          <pc:docMk/>
          <pc:sldMk cId="0" sldId="272"/>
        </pc:sldMkLst>
      </pc:sldChg>
      <pc:sldChg chg="del">
        <pc:chgData name="Syed Zulqadar Hassan" userId="bb151c9adcbd665f" providerId="LiveId" clId="{445C3B1D-A892-499A-9258-0BAB7F4D95CE}" dt="2025-06-01T19:28:54.180" v="128" actId="47"/>
        <pc:sldMkLst>
          <pc:docMk/>
          <pc:sldMk cId="0" sldId="273"/>
        </pc:sldMkLst>
      </pc:sldChg>
      <pc:sldChg chg="delSp modSp mod">
        <pc:chgData name="Syed Zulqadar Hassan" userId="bb151c9adcbd665f" providerId="LiveId" clId="{445C3B1D-A892-499A-9258-0BAB7F4D95CE}" dt="2025-06-01T19:29:10.660" v="137" actId="1076"/>
        <pc:sldMkLst>
          <pc:docMk/>
          <pc:sldMk cId="0" sldId="274"/>
        </pc:sldMkLst>
        <pc:spChg chg="mod">
          <ac:chgData name="Syed Zulqadar Hassan" userId="bb151c9adcbd665f" providerId="LiveId" clId="{445C3B1D-A892-499A-9258-0BAB7F4D95CE}" dt="2025-06-01T19:29:10.660" v="137" actId="1076"/>
          <ac:spMkLst>
            <pc:docMk/>
            <pc:sldMk cId="0" sldId="274"/>
            <ac:spMk id="2" creationId="{00000000-0000-0000-0000-000000000000}"/>
          </ac:spMkLst>
        </pc:spChg>
      </pc:sldChg>
      <pc:sldChg chg="addSp delSp modSp add mod">
        <pc:chgData name="Syed Zulqadar Hassan" userId="bb151c9adcbd665f" providerId="LiveId" clId="{445C3B1D-A892-499A-9258-0BAB7F4D95CE}" dt="2025-06-01T19:37:30.589" v="162"/>
        <pc:sldMkLst>
          <pc:docMk/>
          <pc:sldMk cId="3097094127" sldId="275"/>
        </pc:sldMkLst>
      </pc:sldChg>
      <pc:sldChg chg="addSp delSp add del">
        <pc:chgData name="Syed Zulqadar Hassan" userId="bb151c9adcbd665f" providerId="LiveId" clId="{445C3B1D-A892-499A-9258-0BAB7F4D95CE}" dt="2025-06-01T19:15:02.495" v="85" actId="47"/>
        <pc:sldMkLst>
          <pc:docMk/>
          <pc:sldMk cId="3979686096" sldId="276"/>
        </pc:sldMkLst>
      </pc:sldChg>
      <pc:sldChg chg="addSp delSp modSp add mod">
        <pc:chgData name="Syed Zulqadar Hassan" userId="bb151c9adcbd665f" providerId="LiveId" clId="{445C3B1D-A892-499A-9258-0BAB7F4D95CE}" dt="2025-06-01T19:37:33.401" v="163" actId="478"/>
        <pc:sldMkLst>
          <pc:docMk/>
          <pc:sldMk cId="3839774652" sldId="277"/>
        </pc:sldMkLst>
      </pc:sldChg>
      <pc:sldChg chg="addSp delSp modSp add del mod">
        <pc:chgData name="Syed Zulqadar Hassan" userId="bb151c9adcbd665f" providerId="LiveId" clId="{445C3B1D-A892-499A-9258-0BAB7F4D95CE}" dt="2025-06-01T19:34:51.065" v="142" actId="47"/>
        <pc:sldMkLst>
          <pc:docMk/>
          <pc:sldMk cId="2619464289" sldId="278"/>
        </pc:sldMkLst>
      </pc:sldChg>
      <pc:sldChg chg="addSp delSp modSp add mod">
        <pc:chgData name="Syed Zulqadar Hassan" userId="bb151c9adcbd665f" providerId="LiveId" clId="{445C3B1D-A892-499A-9258-0BAB7F4D95CE}" dt="2025-06-01T19:37:35.648" v="164" actId="478"/>
        <pc:sldMkLst>
          <pc:docMk/>
          <pc:sldMk cId="4023059560" sldId="279"/>
        </pc:sldMkLst>
      </pc:sldChg>
      <pc:sldChg chg="addSp delSp modSp add del mod modShow">
        <pc:chgData name="Syed Zulqadar Hassan" userId="bb151c9adcbd665f" providerId="LiveId" clId="{445C3B1D-A892-499A-9258-0BAB7F4D95CE}" dt="2025-06-01T19:36:32.092" v="157" actId="47"/>
        <pc:sldMkLst>
          <pc:docMk/>
          <pc:sldMk cId="2633463943" sldId="280"/>
        </pc:sldMkLst>
      </pc:sldChg>
      <pc:sldChg chg="addSp delSp modSp add del mod modShow">
        <pc:chgData name="Syed Zulqadar Hassan" userId="bb151c9adcbd665f" providerId="LiveId" clId="{445C3B1D-A892-499A-9258-0BAB7F4D95CE}" dt="2025-06-01T19:34:51.065" v="142" actId="47"/>
        <pc:sldMkLst>
          <pc:docMk/>
          <pc:sldMk cId="2340576755" sldId="281"/>
        </pc:sldMkLst>
      </pc:sldChg>
      <pc:sldChg chg="delSp add mod modShow">
        <pc:chgData name="Syed Zulqadar Hassan" userId="bb151c9adcbd665f" providerId="LiveId" clId="{445C3B1D-A892-499A-9258-0BAB7F4D95CE}" dt="2025-06-01T19:37:38.312" v="165" actId="478"/>
        <pc:sldMkLst>
          <pc:docMk/>
          <pc:sldMk cId="3009751173" sldId="2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2E6910-F1A8-42C4-9188-3969BFF41EEC}" type="datetimeFigureOut">
              <a:rPr lang="en-US" smtClean="0"/>
              <a:t>15-Jun-25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060CF6-E710-420E-BADC-CC8F87F8A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594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0D99D-73C7-4EC4-83B4-D321110DB256}" type="datetime1">
              <a:rPr lang="en-US" smtClean="0"/>
              <a:t>15-Jun-25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pPr marL="25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DF19E-6DC5-41D0-B96A-4A5DB22A2725}" type="datetime1">
              <a:rPr lang="en-US" smtClean="0"/>
              <a:t>15-Jun-25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pPr marL="25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EACF3-797C-44DF-8B38-2F222053CA87}" type="datetime1">
              <a:rPr lang="en-US" smtClean="0"/>
              <a:t>15-Jun-25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pPr marL="25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2688A-4065-49E3-B297-A79B393787BA}" type="datetime1">
              <a:rPr lang="en-US" smtClean="0"/>
              <a:t>15-Jun-25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pPr marL="25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C30B4-D597-4A51-916E-36F9175E4DE5}" type="datetime1">
              <a:rPr lang="en-US" smtClean="0"/>
              <a:t>15-Jun-25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pPr marL="25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57200" y="457200"/>
            <a:ext cx="285750" cy="5334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870203" y="592073"/>
            <a:ext cx="8730996" cy="27508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867155" y="592073"/>
            <a:ext cx="138430" cy="142240"/>
          </a:xfrm>
          <a:custGeom>
            <a:avLst/>
            <a:gdLst/>
            <a:ahLst/>
            <a:cxnLst/>
            <a:rect l="l" t="t" r="r" b="b"/>
            <a:pathLst>
              <a:path w="138430" h="142240">
                <a:moveTo>
                  <a:pt x="0" y="0"/>
                </a:moveTo>
                <a:lnTo>
                  <a:pt x="137922" y="0"/>
                </a:lnTo>
                <a:lnTo>
                  <a:pt x="137922" y="141731"/>
                </a:lnTo>
                <a:lnTo>
                  <a:pt x="0" y="141731"/>
                </a:lnTo>
                <a:lnTo>
                  <a:pt x="0" y="0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005077" y="457200"/>
            <a:ext cx="139700" cy="138430"/>
          </a:xfrm>
          <a:custGeom>
            <a:avLst/>
            <a:gdLst/>
            <a:ahLst/>
            <a:cxnLst/>
            <a:rect l="l" t="t" r="r" b="b"/>
            <a:pathLst>
              <a:path w="139700" h="138429">
                <a:moveTo>
                  <a:pt x="0" y="0"/>
                </a:moveTo>
                <a:lnTo>
                  <a:pt x="139446" y="0"/>
                </a:lnTo>
                <a:lnTo>
                  <a:pt x="139446" y="137921"/>
                </a:lnTo>
                <a:lnTo>
                  <a:pt x="0" y="137921"/>
                </a:lnTo>
                <a:lnTo>
                  <a:pt x="0" y="0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005077" y="592073"/>
            <a:ext cx="139700" cy="142240"/>
          </a:xfrm>
          <a:custGeom>
            <a:avLst/>
            <a:gdLst/>
            <a:ahLst/>
            <a:cxnLst/>
            <a:rect l="l" t="t" r="r" b="b"/>
            <a:pathLst>
              <a:path w="139700" h="142240">
                <a:moveTo>
                  <a:pt x="0" y="0"/>
                </a:moveTo>
                <a:lnTo>
                  <a:pt x="139446" y="0"/>
                </a:lnTo>
                <a:lnTo>
                  <a:pt x="139446" y="141731"/>
                </a:lnTo>
                <a:lnTo>
                  <a:pt x="0" y="141731"/>
                </a:lnTo>
                <a:lnTo>
                  <a:pt x="0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731519" y="731519"/>
            <a:ext cx="137160" cy="139065"/>
          </a:xfrm>
          <a:custGeom>
            <a:avLst/>
            <a:gdLst/>
            <a:ahLst/>
            <a:cxnLst/>
            <a:rect l="l" t="t" r="r" b="b"/>
            <a:pathLst>
              <a:path w="137159" h="139065">
                <a:moveTo>
                  <a:pt x="0" y="0"/>
                </a:moveTo>
                <a:lnTo>
                  <a:pt x="137160" y="0"/>
                </a:lnTo>
                <a:lnTo>
                  <a:pt x="137160" y="138683"/>
                </a:lnTo>
                <a:lnTo>
                  <a:pt x="0" y="138683"/>
                </a:lnTo>
                <a:lnTo>
                  <a:pt x="0" y="0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589026" y="593598"/>
            <a:ext cx="140970" cy="138430"/>
          </a:xfrm>
          <a:custGeom>
            <a:avLst/>
            <a:gdLst/>
            <a:ahLst/>
            <a:cxnLst/>
            <a:rect l="l" t="t" r="r" b="b"/>
            <a:pathLst>
              <a:path w="140970" h="138429">
                <a:moveTo>
                  <a:pt x="0" y="0"/>
                </a:moveTo>
                <a:lnTo>
                  <a:pt x="140969" y="0"/>
                </a:lnTo>
                <a:lnTo>
                  <a:pt x="140969" y="137921"/>
                </a:lnTo>
                <a:lnTo>
                  <a:pt x="0" y="137921"/>
                </a:lnTo>
                <a:lnTo>
                  <a:pt x="0" y="0"/>
                </a:lnTo>
                <a:close/>
              </a:path>
            </a:pathLst>
          </a:custGeom>
          <a:solidFill>
            <a:srgbClr val="0000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867155" y="728472"/>
            <a:ext cx="138430" cy="139065"/>
          </a:xfrm>
          <a:custGeom>
            <a:avLst/>
            <a:gdLst/>
            <a:ahLst/>
            <a:cxnLst/>
            <a:rect l="l" t="t" r="r" b="b"/>
            <a:pathLst>
              <a:path w="138430" h="139065">
                <a:moveTo>
                  <a:pt x="0" y="0"/>
                </a:moveTo>
                <a:lnTo>
                  <a:pt x="137922" y="0"/>
                </a:lnTo>
                <a:lnTo>
                  <a:pt x="137922" y="138683"/>
                </a:lnTo>
                <a:lnTo>
                  <a:pt x="0" y="138683"/>
                </a:lnTo>
                <a:lnTo>
                  <a:pt x="0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731519" y="867155"/>
            <a:ext cx="137160" cy="136525"/>
          </a:xfrm>
          <a:custGeom>
            <a:avLst/>
            <a:gdLst/>
            <a:ahLst/>
            <a:cxnLst/>
            <a:rect l="l" t="t" r="r" b="b"/>
            <a:pathLst>
              <a:path w="137159" h="136525">
                <a:moveTo>
                  <a:pt x="0" y="0"/>
                </a:moveTo>
                <a:lnTo>
                  <a:pt x="137159" y="0"/>
                </a:lnTo>
                <a:lnTo>
                  <a:pt x="137159" y="136398"/>
                </a:lnTo>
                <a:lnTo>
                  <a:pt x="0" y="136398"/>
                </a:lnTo>
                <a:lnTo>
                  <a:pt x="0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39822" y="826770"/>
            <a:ext cx="4800600" cy="567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5772" y="1691132"/>
            <a:ext cx="5269865" cy="3609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8282D-E7E5-43FC-B170-5B6C6F377630}" type="datetime1">
              <a:rPr lang="en-US" smtClean="0"/>
              <a:t>15-Jun-25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181083" y="6919368"/>
            <a:ext cx="220345" cy="2051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pPr marL="25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457200"/>
            <a:ext cx="35052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73223" y="2148077"/>
            <a:ext cx="7428230" cy="2533650"/>
          </a:xfrm>
          <a:custGeom>
            <a:avLst/>
            <a:gdLst/>
            <a:ahLst/>
            <a:cxnLst/>
            <a:rect l="l" t="t" r="r" b="b"/>
            <a:pathLst>
              <a:path w="7428230" h="2533650">
                <a:moveTo>
                  <a:pt x="0" y="0"/>
                </a:moveTo>
                <a:lnTo>
                  <a:pt x="7427976" y="0"/>
                </a:lnTo>
                <a:lnTo>
                  <a:pt x="7427976" y="2533650"/>
                </a:lnTo>
                <a:lnTo>
                  <a:pt x="0" y="2533650"/>
                </a:lnTo>
                <a:lnTo>
                  <a:pt x="0" y="0"/>
                </a:lnTo>
                <a:close/>
              </a:path>
            </a:pathLst>
          </a:custGeom>
          <a:solidFill>
            <a:srgbClr val="0000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30224" y="4040123"/>
            <a:ext cx="576580" cy="641985"/>
          </a:xfrm>
          <a:custGeom>
            <a:avLst/>
            <a:gdLst/>
            <a:ahLst/>
            <a:cxnLst/>
            <a:rect l="l" t="t" r="r" b="b"/>
            <a:pathLst>
              <a:path w="576580" h="641985">
                <a:moveTo>
                  <a:pt x="0" y="0"/>
                </a:moveTo>
                <a:lnTo>
                  <a:pt x="576072" y="0"/>
                </a:lnTo>
                <a:lnTo>
                  <a:pt x="576072" y="641603"/>
                </a:lnTo>
                <a:lnTo>
                  <a:pt x="0" y="641603"/>
                </a:lnTo>
                <a:lnTo>
                  <a:pt x="0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73223" y="2148077"/>
            <a:ext cx="574675" cy="643255"/>
          </a:xfrm>
          <a:custGeom>
            <a:avLst/>
            <a:gdLst/>
            <a:ahLst/>
            <a:cxnLst/>
            <a:rect l="l" t="t" r="r" b="b"/>
            <a:pathLst>
              <a:path w="574675" h="643255">
                <a:moveTo>
                  <a:pt x="0" y="0"/>
                </a:moveTo>
                <a:lnTo>
                  <a:pt x="574548" y="0"/>
                </a:lnTo>
                <a:lnTo>
                  <a:pt x="574548" y="643128"/>
                </a:lnTo>
                <a:lnTo>
                  <a:pt x="0" y="643128"/>
                </a:lnTo>
                <a:lnTo>
                  <a:pt x="0" y="0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738627" y="1524000"/>
            <a:ext cx="586105" cy="635000"/>
          </a:xfrm>
          <a:custGeom>
            <a:avLst/>
            <a:gdLst/>
            <a:ahLst/>
            <a:cxnLst/>
            <a:rect l="l" t="t" r="r" b="b"/>
            <a:pathLst>
              <a:path w="586104" h="635000">
                <a:moveTo>
                  <a:pt x="0" y="0"/>
                </a:moveTo>
                <a:lnTo>
                  <a:pt x="585977" y="0"/>
                </a:lnTo>
                <a:lnTo>
                  <a:pt x="585977" y="634745"/>
                </a:lnTo>
                <a:lnTo>
                  <a:pt x="0" y="634745"/>
                </a:lnTo>
                <a:lnTo>
                  <a:pt x="0" y="0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98675" y="4040123"/>
            <a:ext cx="584835" cy="641985"/>
          </a:xfrm>
          <a:custGeom>
            <a:avLst/>
            <a:gdLst/>
            <a:ahLst/>
            <a:cxnLst/>
            <a:rect l="l" t="t" r="r" b="b"/>
            <a:pathLst>
              <a:path w="584835" h="641985">
                <a:moveTo>
                  <a:pt x="0" y="0"/>
                </a:moveTo>
                <a:lnTo>
                  <a:pt x="584454" y="0"/>
                </a:lnTo>
                <a:lnTo>
                  <a:pt x="584454" y="641603"/>
                </a:lnTo>
                <a:lnTo>
                  <a:pt x="0" y="641603"/>
                </a:lnTo>
                <a:lnTo>
                  <a:pt x="0" y="0"/>
                </a:lnTo>
                <a:close/>
              </a:path>
            </a:pathLst>
          </a:custGeom>
          <a:solidFill>
            <a:srgbClr val="0000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738627" y="2148077"/>
            <a:ext cx="586105" cy="643255"/>
          </a:xfrm>
          <a:custGeom>
            <a:avLst/>
            <a:gdLst/>
            <a:ahLst/>
            <a:cxnLst/>
            <a:rect l="l" t="t" r="r" b="b"/>
            <a:pathLst>
              <a:path w="586104" h="643255">
                <a:moveTo>
                  <a:pt x="0" y="0"/>
                </a:moveTo>
                <a:lnTo>
                  <a:pt x="585977" y="0"/>
                </a:lnTo>
                <a:lnTo>
                  <a:pt x="585977" y="643127"/>
                </a:lnTo>
                <a:lnTo>
                  <a:pt x="0" y="643128"/>
                </a:lnTo>
                <a:lnTo>
                  <a:pt x="0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98675" y="2781300"/>
            <a:ext cx="584835" cy="633730"/>
          </a:xfrm>
          <a:custGeom>
            <a:avLst/>
            <a:gdLst/>
            <a:ahLst/>
            <a:cxnLst/>
            <a:rect l="l" t="t" r="r" b="b"/>
            <a:pathLst>
              <a:path w="584835" h="633729">
                <a:moveTo>
                  <a:pt x="0" y="0"/>
                </a:moveTo>
                <a:lnTo>
                  <a:pt x="584454" y="0"/>
                </a:lnTo>
                <a:lnTo>
                  <a:pt x="584454" y="633222"/>
                </a:lnTo>
                <a:lnTo>
                  <a:pt x="0" y="633222"/>
                </a:lnTo>
                <a:lnTo>
                  <a:pt x="0" y="0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7200" y="2781300"/>
            <a:ext cx="582930" cy="633730"/>
          </a:xfrm>
          <a:custGeom>
            <a:avLst/>
            <a:gdLst/>
            <a:ahLst/>
            <a:cxnLst/>
            <a:rect l="l" t="t" r="r" b="b"/>
            <a:pathLst>
              <a:path w="582930" h="633729">
                <a:moveTo>
                  <a:pt x="0" y="0"/>
                </a:moveTo>
                <a:lnTo>
                  <a:pt x="582930" y="0"/>
                </a:lnTo>
                <a:lnTo>
                  <a:pt x="582930" y="633222"/>
                </a:lnTo>
                <a:lnTo>
                  <a:pt x="0" y="633222"/>
                </a:lnTo>
                <a:lnTo>
                  <a:pt x="0" y="0"/>
                </a:lnTo>
                <a:close/>
              </a:path>
            </a:pathLst>
          </a:custGeom>
          <a:solidFill>
            <a:srgbClr val="0000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173223" y="2781300"/>
            <a:ext cx="574675" cy="633730"/>
          </a:xfrm>
          <a:custGeom>
            <a:avLst/>
            <a:gdLst/>
            <a:ahLst/>
            <a:cxnLst/>
            <a:rect l="l" t="t" r="r" b="b"/>
            <a:pathLst>
              <a:path w="574675" h="633729">
                <a:moveTo>
                  <a:pt x="0" y="0"/>
                </a:moveTo>
                <a:lnTo>
                  <a:pt x="574548" y="0"/>
                </a:lnTo>
                <a:lnTo>
                  <a:pt x="574548" y="633222"/>
                </a:lnTo>
                <a:lnTo>
                  <a:pt x="0" y="633222"/>
                </a:lnTo>
                <a:lnTo>
                  <a:pt x="0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30224" y="3405378"/>
            <a:ext cx="576580" cy="645160"/>
          </a:xfrm>
          <a:custGeom>
            <a:avLst/>
            <a:gdLst/>
            <a:ahLst/>
            <a:cxnLst/>
            <a:rect l="l" t="t" r="r" b="b"/>
            <a:pathLst>
              <a:path w="576580" h="645160">
                <a:moveTo>
                  <a:pt x="0" y="0"/>
                </a:moveTo>
                <a:lnTo>
                  <a:pt x="576072" y="0"/>
                </a:lnTo>
                <a:lnTo>
                  <a:pt x="576072" y="644651"/>
                </a:lnTo>
                <a:lnTo>
                  <a:pt x="0" y="644651"/>
                </a:lnTo>
                <a:lnTo>
                  <a:pt x="0" y="0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98675" y="3405378"/>
            <a:ext cx="584835" cy="645160"/>
          </a:xfrm>
          <a:custGeom>
            <a:avLst/>
            <a:gdLst/>
            <a:ahLst/>
            <a:cxnLst/>
            <a:rect l="l" t="t" r="r" b="b"/>
            <a:pathLst>
              <a:path w="584835" h="645160">
                <a:moveTo>
                  <a:pt x="0" y="0"/>
                </a:moveTo>
                <a:lnTo>
                  <a:pt x="584454" y="0"/>
                </a:lnTo>
                <a:lnTo>
                  <a:pt x="584454" y="644651"/>
                </a:lnTo>
                <a:lnTo>
                  <a:pt x="0" y="644651"/>
                </a:lnTo>
                <a:lnTo>
                  <a:pt x="0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173223" y="2148077"/>
            <a:ext cx="7428230" cy="1603003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6200" dirty="0">
              <a:latin typeface="Times New Roman"/>
              <a:cs typeface="Times New Roman"/>
            </a:endParaRPr>
          </a:p>
          <a:p>
            <a:pPr marL="1347470">
              <a:lnSpc>
                <a:spcPct val="100000"/>
              </a:lnSpc>
            </a:pPr>
            <a:r>
              <a:rPr lang="en-US" sz="4200" b="1" spc="-5" dirty="0">
                <a:solidFill>
                  <a:srgbClr val="FFFFFF"/>
                </a:solidFill>
                <a:latin typeface="Arial"/>
                <a:cs typeface="Arial"/>
              </a:rPr>
              <a:t>Flip Flop Conversion</a:t>
            </a:r>
            <a:endParaRPr sz="4200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66214" y="1185671"/>
            <a:ext cx="6198870" cy="567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n-US" sz="3600" b="1" spc="-5" dirty="0">
                <a:latin typeface="Arial"/>
                <a:cs typeface="Arial"/>
              </a:rPr>
              <a:t>Lecture 14</a:t>
            </a:r>
            <a:endParaRPr sz="3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4568" y="934973"/>
            <a:ext cx="4329432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pc="-10" dirty="0"/>
              <a:t>Flip Flop Conversion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CD7F8-51FD-C96C-87D9-17171CAE2B8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lang="en-US" smtClean="0"/>
              <a:t>2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969F5E-8CA8-376E-ADCC-AD5DA4F40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20154"/>
            <a:ext cx="8771380" cy="31320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8F63E-33CB-4C6B-9894-18B314001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0EFBF2A-009C-789D-B75F-4F044309A3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4568" y="934973"/>
            <a:ext cx="5853432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pc="-10" dirty="0"/>
              <a:t>Types of Conversions</a:t>
            </a:r>
            <a:endParaRPr spc="-1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3F977-9D8C-A2D2-DEA9-E38E83CC515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lang="en-US" smtClean="0"/>
              <a:t>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3C5413-2BCE-BC49-D970-FAD84F4C0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2057400"/>
            <a:ext cx="9249325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094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56DB4-C255-8CA5-E1D2-8C5D588D8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FF5D2C0A-F558-D1AD-8A78-F0259C95679C}"/>
              </a:ext>
            </a:extLst>
          </p:cNvPr>
          <p:cNvSpPr txBox="1"/>
          <p:nvPr/>
        </p:nvSpPr>
        <p:spPr>
          <a:xfrm>
            <a:off x="9278366" y="6919368"/>
            <a:ext cx="110489" cy="205104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000" b="1" dirty="0">
                <a:latin typeface="Arial Black"/>
                <a:cs typeface="Arial Black"/>
              </a:rPr>
              <a:t>2</a:t>
            </a:r>
            <a:endParaRPr sz="1000">
              <a:latin typeface="Arial Black"/>
              <a:cs typeface="Arial Black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A5EE28-371E-33AD-99FE-A9ACE24C1C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919" y="838200"/>
            <a:ext cx="8130562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774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DA15E-094D-8B3E-8231-1D643A805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35361857-20EA-38B7-737C-FDDAAEE12069}"/>
              </a:ext>
            </a:extLst>
          </p:cNvPr>
          <p:cNvSpPr txBox="1"/>
          <p:nvPr/>
        </p:nvSpPr>
        <p:spPr>
          <a:xfrm>
            <a:off x="9278366" y="6919368"/>
            <a:ext cx="110489" cy="205104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000" b="1" dirty="0">
                <a:latin typeface="Arial Black"/>
                <a:cs typeface="Arial Black"/>
              </a:rPr>
              <a:t>2</a:t>
            </a:r>
            <a:endParaRPr sz="1000">
              <a:latin typeface="Arial Black"/>
              <a:cs typeface="Arial Black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CAB54F-FF12-DB62-2771-E86540F288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914400"/>
            <a:ext cx="7246255" cy="663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558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39CD5-D80E-4CF2-8B84-475A32E0B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90047956-7E39-2626-286F-2D52E07691B8}"/>
              </a:ext>
            </a:extLst>
          </p:cNvPr>
          <p:cNvSpPr txBox="1"/>
          <p:nvPr/>
        </p:nvSpPr>
        <p:spPr>
          <a:xfrm>
            <a:off x="9278366" y="6919368"/>
            <a:ext cx="110489" cy="205104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000" b="1" dirty="0">
                <a:latin typeface="Arial Black"/>
                <a:cs typeface="Arial Black"/>
              </a:rPr>
              <a:t>2</a:t>
            </a:r>
            <a:endParaRPr sz="1000">
              <a:latin typeface="Arial Black"/>
              <a:cs typeface="Arial Black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F47C32-21D9-11BC-3EE0-CD5930B9AB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9200"/>
            <a:ext cx="9995760" cy="3705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387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8BE44-06AE-1874-4363-F467686B2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74341B36-0527-0398-1065-247A61A7E693}"/>
              </a:ext>
            </a:extLst>
          </p:cNvPr>
          <p:cNvSpPr txBox="1"/>
          <p:nvPr/>
        </p:nvSpPr>
        <p:spPr>
          <a:xfrm>
            <a:off x="9278366" y="6919368"/>
            <a:ext cx="110489" cy="205104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000" b="1" dirty="0">
                <a:latin typeface="Arial Black"/>
                <a:cs typeface="Arial Black"/>
              </a:rPr>
              <a:t>2</a:t>
            </a:r>
            <a:endParaRPr sz="1000">
              <a:latin typeface="Arial Black"/>
              <a:cs typeface="Arial Black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14997C-D5B5-582B-843E-0746D240F6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10058400" cy="453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761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D1915-DBB2-72DE-1CC9-E1FCC40E0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4F457F36-F9EB-3E73-218B-5C75FB913199}"/>
              </a:ext>
            </a:extLst>
          </p:cNvPr>
          <p:cNvSpPr txBox="1"/>
          <p:nvPr/>
        </p:nvSpPr>
        <p:spPr>
          <a:xfrm>
            <a:off x="9278366" y="6919368"/>
            <a:ext cx="110489" cy="205104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000" b="1" dirty="0">
                <a:latin typeface="Arial Black"/>
                <a:cs typeface="Arial Black"/>
              </a:rPr>
              <a:t>2</a:t>
            </a:r>
            <a:endParaRPr sz="1000">
              <a:latin typeface="Arial Black"/>
              <a:cs typeface="Arial Black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3E76B7-752A-E29B-5B9E-A62117CF7B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6" y="2045072"/>
            <a:ext cx="9971314" cy="3682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74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610C2-1739-E7EB-24B1-0DEA38DD2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13260F53-27C4-ABF4-DABD-FEBBC054692C}"/>
              </a:ext>
            </a:extLst>
          </p:cNvPr>
          <p:cNvSpPr txBox="1"/>
          <p:nvPr/>
        </p:nvSpPr>
        <p:spPr>
          <a:xfrm>
            <a:off x="9278366" y="6919368"/>
            <a:ext cx="110489" cy="205104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000" b="1" dirty="0">
                <a:latin typeface="Arial Black"/>
                <a:cs typeface="Arial Black"/>
              </a:rPr>
              <a:t>2</a:t>
            </a:r>
            <a:endParaRPr sz="1000">
              <a:latin typeface="Arial Black"/>
              <a:cs typeface="Arial Black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A88EF5-97B4-DE86-8724-C494A16F44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55" y="2133600"/>
            <a:ext cx="9878289" cy="350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95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467FB-31BA-B9B7-ADB5-9599D1C04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D047DF92-35A6-79E5-EBB0-5377956C8E70}"/>
              </a:ext>
            </a:extLst>
          </p:cNvPr>
          <p:cNvSpPr txBox="1"/>
          <p:nvPr/>
        </p:nvSpPr>
        <p:spPr>
          <a:xfrm>
            <a:off x="9278366" y="6919368"/>
            <a:ext cx="110489" cy="205104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000" b="1" dirty="0">
                <a:latin typeface="Arial Black"/>
                <a:cs typeface="Arial Black"/>
              </a:rPr>
              <a:t>2</a:t>
            </a:r>
            <a:endParaRPr sz="1000">
              <a:latin typeface="Arial Black"/>
              <a:cs typeface="Arial Black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7D82B8-0D0E-85C3-46BA-AA89044A98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162" y="1952625"/>
            <a:ext cx="8982075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968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3611880"/>
            <a:ext cx="7795895" cy="548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n-US" spc="-5" dirty="0"/>
              <a:t>Thanks</a:t>
            </a: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</TotalTime>
  <Words>22</Words>
  <Application>Microsoft Office PowerPoint</Application>
  <PresentationFormat>Custom</PresentationFormat>
  <Paragraphs>16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Times New Roman</vt:lpstr>
      <vt:lpstr>Office Theme</vt:lpstr>
      <vt:lpstr>PowerPoint Presentation</vt:lpstr>
      <vt:lpstr>Flip Flop Conversion</vt:lpstr>
      <vt:lpstr>Types of Conversions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registers_and_counters.ppt</dc:title>
  <dc:creator>karray</dc:creator>
  <cp:lastModifiedBy>Syed Zulqadar Hassan</cp:lastModifiedBy>
  <cp:revision>1</cp:revision>
  <dcterms:created xsi:type="dcterms:W3CDTF">2019-05-05T23:43:15Z</dcterms:created>
  <dcterms:modified xsi:type="dcterms:W3CDTF">2025-06-15T00:30:37Z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2008-02-26T00:00:00Z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2019-05-05T00:00:00Z</vt:filetime>
  </property>
</Properties>
</file>
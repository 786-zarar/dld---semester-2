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75" r:id="rId4"/>
    <p:sldId id="277" r:id="rId5"/>
    <p:sldId id="279" r:id="rId6"/>
    <p:sldId id="281" r:id="rId7"/>
    <p:sldId id="274" r:id="rId8"/>
  </p:sldIdLst>
  <p:sldSz cx="10058400" cy="7772400"/>
  <p:notesSz cx="10058400" cy="7772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1666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yed Zulqadar Hassan" userId="bb151c9adcbd665f" providerId="LiveId" clId="{445C3B1D-A892-499A-9258-0BAB7F4D95CE}"/>
    <pc:docChg chg="undo custSel addSld delSld modSld">
      <pc:chgData name="Syed Zulqadar Hassan" userId="bb151c9adcbd665f" providerId="LiveId" clId="{445C3B1D-A892-499A-9258-0BAB7F4D95CE}" dt="2025-06-01T19:37:55.738" v="170" actId="478"/>
      <pc:docMkLst>
        <pc:docMk/>
      </pc:docMkLst>
      <pc:sldChg chg="addSp delSp modSp mod">
        <pc:chgData name="Syed Zulqadar Hassan" userId="bb151c9adcbd665f" providerId="LiveId" clId="{445C3B1D-A892-499A-9258-0BAB7F4D95CE}" dt="2025-06-01T19:37:55.738" v="170" actId="478"/>
        <pc:sldMkLst>
          <pc:docMk/>
          <pc:sldMk cId="0" sldId="256"/>
        </pc:sldMkLst>
        <pc:spChg chg="del mod">
          <ac:chgData name="Syed Zulqadar Hassan" userId="bb151c9adcbd665f" providerId="LiveId" clId="{445C3B1D-A892-499A-9258-0BAB7F4D95CE}" dt="2025-06-01T19:37:50.051" v="169"/>
          <ac:spMkLst>
            <pc:docMk/>
            <pc:sldMk cId="0" sldId="256"/>
            <ac:spMk id="14" creationId="{00000000-0000-0000-0000-000000000000}"/>
          </ac:spMkLst>
        </pc:spChg>
        <pc:spChg chg="mod">
          <ac:chgData name="Syed Zulqadar Hassan" userId="bb151c9adcbd665f" providerId="LiveId" clId="{445C3B1D-A892-499A-9258-0BAB7F4D95CE}" dt="2025-06-01T18:36:49.809" v="18"/>
          <ac:spMkLst>
            <pc:docMk/>
            <pc:sldMk cId="0" sldId="256"/>
            <ac:spMk id="15" creationId="{00000000-0000-0000-0000-000000000000}"/>
          </ac:spMkLst>
        </pc:spChg>
        <pc:spChg chg="del">
          <ac:chgData name="Syed Zulqadar Hassan" userId="bb151c9adcbd665f" providerId="LiveId" clId="{445C3B1D-A892-499A-9258-0BAB7F4D95CE}" dt="2025-06-01T18:34:17.762" v="1" actId="478"/>
          <ac:spMkLst>
            <pc:docMk/>
            <pc:sldMk cId="0" sldId="256"/>
            <ac:spMk id="16" creationId="{00000000-0000-0000-0000-000000000000}"/>
          </ac:spMkLst>
        </pc:spChg>
        <pc:spChg chg="del mod">
          <ac:chgData name="Syed Zulqadar Hassan" userId="bb151c9adcbd665f" providerId="LiveId" clId="{445C3B1D-A892-499A-9258-0BAB7F4D95CE}" dt="2025-06-01T19:37:55.738" v="170" actId="478"/>
          <ac:spMkLst>
            <pc:docMk/>
            <pc:sldMk cId="0" sldId="256"/>
            <ac:spMk id="16" creationId="{C385C991-AB23-68B0-8C79-FEB15C42194D}"/>
          </ac:spMkLst>
        </pc:spChg>
        <pc:spChg chg="mod">
          <ac:chgData name="Syed Zulqadar Hassan" userId="bb151c9adcbd665f" providerId="LiveId" clId="{445C3B1D-A892-499A-9258-0BAB7F4D95CE}" dt="2025-06-01T18:34:30.488" v="17" actId="122"/>
          <ac:spMkLst>
            <pc:docMk/>
            <pc:sldMk cId="0" sldId="256"/>
            <ac:spMk id="17" creationId="{00000000-0000-0000-0000-000000000000}"/>
          </ac:spMkLst>
        </pc:spChg>
        <pc:spChg chg="del">
          <ac:chgData name="Syed Zulqadar Hassan" userId="bb151c9adcbd665f" providerId="LiveId" clId="{445C3B1D-A892-499A-9258-0BAB7F4D95CE}" dt="2025-06-01T18:34:10.224" v="0" actId="478"/>
          <ac:spMkLst>
            <pc:docMk/>
            <pc:sldMk cId="0" sldId="256"/>
            <ac:spMk id="18" creationId="{00000000-0000-0000-0000-000000000000}"/>
          </ac:spMkLst>
        </pc:spChg>
        <pc:spChg chg="add del mod">
          <ac:chgData name="Syed Zulqadar Hassan" userId="bb151c9adcbd665f" providerId="LiveId" clId="{445C3B1D-A892-499A-9258-0BAB7F4D95CE}" dt="2025-06-01T18:34:19.154" v="2" actId="478"/>
          <ac:spMkLst>
            <pc:docMk/>
            <pc:sldMk cId="0" sldId="256"/>
            <ac:spMk id="20" creationId="{12C2CB7F-6529-7BD3-CDFF-C58E91848753}"/>
          </ac:spMkLst>
        </pc:spChg>
      </pc:sldChg>
      <pc:sldChg chg="addSp delSp modSp mod">
        <pc:chgData name="Syed Zulqadar Hassan" userId="bb151c9adcbd665f" providerId="LiveId" clId="{445C3B1D-A892-499A-9258-0BAB7F4D95CE}" dt="2025-06-01T19:37:17.819" v="159" actId="478"/>
        <pc:sldMkLst>
          <pc:docMk/>
          <pc:sldMk cId="0" sldId="257"/>
        </pc:sldMkLst>
        <pc:spChg chg="mod">
          <ac:chgData name="Syed Zulqadar Hassan" userId="bb151c9adcbd665f" providerId="LiveId" clId="{445C3B1D-A892-499A-9258-0BAB7F4D95CE}" dt="2025-06-01T18:37:23.526" v="23" actId="14100"/>
          <ac:spMkLst>
            <pc:docMk/>
            <pc:sldMk cId="0" sldId="257"/>
            <ac:spMk id="2" creationId="{00000000-0000-0000-0000-000000000000}"/>
          </ac:spMkLst>
        </pc:spChg>
        <pc:spChg chg="del">
          <ac:chgData name="Syed Zulqadar Hassan" userId="bb151c9adcbd665f" providerId="LiveId" clId="{445C3B1D-A892-499A-9258-0BAB7F4D95CE}" dt="2025-06-01T18:36:55.297" v="19" actId="478"/>
          <ac:spMkLst>
            <pc:docMk/>
            <pc:sldMk cId="0" sldId="257"/>
            <ac:spMk id="3" creationId="{00000000-0000-0000-0000-000000000000}"/>
          </ac:spMkLst>
        </pc:spChg>
        <pc:spChg chg="del">
          <ac:chgData name="Syed Zulqadar Hassan" userId="bb151c9adcbd665f" providerId="LiveId" clId="{445C3B1D-A892-499A-9258-0BAB7F4D95CE}" dt="2025-06-01T19:37:13.630" v="158" actId="478"/>
          <ac:spMkLst>
            <pc:docMk/>
            <pc:sldMk cId="0" sldId="257"/>
            <ac:spMk id="3" creationId="{C390629C-72E0-02FC-78E7-CEE0FEE49E3F}"/>
          </ac:spMkLst>
        </pc:spChg>
        <pc:spChg chg="del">
          <ac:chgData name="Syed Zulqadar Hassan" userId="bb151c9adcbd665f" providerId="LiveId" clId="{445C3B1D-A892-499A-9258-0BAB7F4D95CE}" dt="2025-06-01T18:36:55.782" v="20" actId="478"/>
          <ac:spMkLst>
            <pc:docMk/>
            <pc:sldMk cId="0" sldId="257"/>
            <ac:spMk id="4" creationId="{00000000-0000-0000-0000-000000000000}"/>
          </ac:spMkLst>
        </pc:spChg>
        <pc:spChg chg="del">
          <ac:chgData name="Syed Zulqadar Hassan" userId="bb151c9adcbd665f" providerId="LiveId" clId="{445C3B1D-A892-499A-9258-0BAB7F4D95CE}" dt="2025-06-01T19:37:17.819" v="159" actId="478"/>
          <ac:spMkLst>
            <pc:docMk/>
            <pc:sldMk cId="0" sldId="257"/>
            <ac:spMk id="5" creationId="{00000000-0000-0000-0000-000000000000}"/>
          </ac:spMkLst>
        </pc:spChg>
        <pc:picChg chg="add mod">
          <ac:chgData name="Syed Zulqadar Hassan" userId="bb151c9adcbd665f" providerId="LiveId" clId="{445C3B1D-A892-499A-9258-0BAB7F4D95CE}" dt="2025-06-01T18:39:59.636" v="34" actId="1076"/>
          <ac:picMkLst>
            <pc:docMk/>
            <pc:sldMk cId="0" sldId="257"/>
            <ac:picMk id="6" creationId="{CCBB3DA9-7EB4-39F8-D4C4-AEBA0191AE10}"/>
          </ac:picMkLst>
        </pc:picChg>
        <pc:picChg chg="add mod">
          <ac:chgData name="Syed Zulqadar Hassan" userId="bb151c9adcbd665f" providerId="LiveId" clId="{445C3B1D-A892-499A-9258-0BAB7F4D95CE}" dt="2025-06-01T18:40:01.684" v="35" actId="1076"/>
          <ac:picMkLst>
            <pc:docMk/>
            <pc:sldMk cId="0" sldId="257"/>
            <ac:picMk id="7" creationId="{1D08BD62-8E23-BF23-EFC3-03358D8A5CB6}"/>
          </ac:picMkLst>
        </pc:picChg>
        <pc:picChg chg="add mod">
          <ac:chgData name="Syed Zulqadar Hassan" userId="bb151c9adcbd665f" providerId="LiveId" clId="{445C3B1D-A892-499A-9258-0BAB7F4D95CE}" dt="2025-06-01T18:39:57.072" v="33" actId="14100"/>
          <ac:picMkLst>
            <pc:docMk/>
            <pc:sldMk cId="0" sldId="257"/>
            <ac:picMk id="8" creationId="{73D1200F-66DC-FAD9-F3F2-2B4DE134287C}"/>
          </ac:picMkLst>
        </pc:picChg>
      </pc:sldChg>
      <pc:sldChg chg="del">
        <pc:chgData name="Syed Zulqadar Hassan" userId="bb151c9adcbd665f" providerId="LiveId" clId="{445C3B1D-A892-499A-9258-0BAB7F4D95CE}" dt="2025-06-01T19:28:54.180" v="128" actId="47"/>
        <pc:sldMkLst>
          <pc:docMk/>
          <pc:sldMk cId="0" sldId="258"/>
        </pc:sldMkLst>
      </pc:sldChg>
      <pc:sldChg chg="del">
        <pc:chgData name="Syed Zulqadar Hassan" userId="bb151c9adcbd665f" providerId="LiveId" clId="{445C3B1D-A892-499A-9258-0BAB7F4D95CE}" dt="2025-06-01T19:28:54.180" v="128" actId="47"/>
        <pc:sldMkLst>
          <pc:docMk/>
          <pc:sldMk cId="0" sldId="259"/>
        </pc:sldMkLst>
      </pc:sldChg>
      <pc:sldChg chg="del">
        <pc:chgData name="Syed Zulqadar Hassan" userId="bb151c9adcbd665f" providerId="LiveId" clId="{445C3B1D-A892-499A-9258-0BAB7F4D95CE}" dt="2025-06-01T19:28:54.180" v="128" actId="47"/>
        <pc:sldMkLst>
          <pc:docMk/>
          <pc:sldMk cId="0" sldId="260"/>
        </pc:sldMkLst>
      </pc:sldChg>
      <pc:sldChg chg="del">
        <pc:chgData name="Syed Zulqadar Hassan" userId="bb151c9adcbd665f" providerId="LiveId" clId="{445C3B1D-A892-499A-9258-0BAB7F4D95CE}" dt="2025-06-01T19:28:54.180" v="128" actId="47"/>
        <pc:sldMkLst>
          <pc:docMk/>
          <pc:sldMk cId="0" sldId="261"/>
        </pc:sldMkLst>
      </pc:sldChg>
      <pc:sldChg chg="del">
        <pc:chgData name="Syed Zulqadar Hassan" userId="bb151c9adcbd665f" providerId="LiveId" clId="{445C3B1D-A892-499A-9258-0BAB7F4D95CE}" dt="2025-06-01T19:28:54.180" v="128" actId="47"/>
        <pc:sldMkLst>
          <pc:docMk/>
          <pc:sldMk cId="0" sldId="262"/>
        </pc:sldMkLst>
      </pc:sldChg>
      <pc:sldChg chg="del">
        <pc:chgData name="Syed Zulqadar Hassan" userId="bb151c9adcbd665f" providerId="LiveId" clId="{445C3B1D-A892-499A-9258-0BAB7F4D95CE}" dt="2025-06-01T19:28:54.180" v="128" actId="47"/>
        <pc:sldMkLst>
          <pc:docMk/>
          <pc:sldMk cId="0" sldId="263"/>
        </pc:sldMkLst>
      </pc:sldChg>
      <pc:sldChg chg="del">
        <pc:chgData name="Syed Zulqadar Hassan" userId="bb151c9adcbd665f" providerId="LiveId" clId="{445C3B1D-A892-499A-9258-0BAB7F4D95CE}" dt="2025-06-01T19:28:54.180" v="128" actId="47"/>
        <pc:sldMkLst>
          <pc:docMk/>
          <pc:sldMk cId="0" sldId="264"/>
        </pc:sldMkLst>
      </pc:sldChg>
      <pc:sldChg chg="del">
        <pc:chgData name="Syed Zulqadar Hassan" userId="bb151c9adcbd665f" providerId="LiveId" clId="{445C3B1D-A892-499A-9258-0BAB7F4D95CE}" dt="2025-06-01T19:28:54.180" v="128" actId="47"/>
        <pc:sldMkLst>
          <pc:docMk/>
          <pc:sldMk cId="0" sldId="265"/>
        </pc:sldMkLst>
      </pc:sldChg>
      <pc:sldChg chg="del">
        <pc:chgData name="Syed Zulqadar Hassan" userId="bb151c9adcbd665f" providerId="LiveId" clId="{445C3B1D-A892-499A-9258-0BAB7F4D95CE}" dt="2025-06-01T19:28:54.180" v="128" actId="47"/>
        <pc:sldMkLst>
          <pc:docMk/>
          <pc:sldMk cId="0" sldId="266"/>
        </pc:sldMkLst>
      </pc:sldChg>
      <pc:sldChg chg="del">
        <pc:chgData name="Syed Zulqadar Hassan" userId="bb151c9adcbd665f" providerId="LiveId" clId="{445C3B1D-A892-499A-9258-0BAB7F4D95CE}" dt="2025-06-01T19:28:54.180" v="128" actId="47"/>
        <pc:sldMkLst>
          <pc:docMk/>
          <pc:sldMk cId="0" sldId="267"/>
        </pc:sldMkLst>
      </pc:sldChg>
      <pc:sldChg chg="del">
        <pc:chgData name="Syed Zulqadar Hassan" userId="bb151c9adcbd665f" providerId="LiveId" clId="{445C3B1D-A892-499A-9258-0BAB7F4D95CE}" dt="2025-06-01T19:28:54.180" v="128" actId="47"/>
        <pc:sldMkLst>
          <pc:docMk/>
          <pc:sldMk cId="0" sldId="268"/>
        </pc:sldMkLst>
      </pc:sldChg>
      <pc:sldChg chg="del">
        <pc:chgData name="Syed Zulqadar Hassan" userId="bb151c9adcbd665f" providerId="LiveId" clId="{445C3B1D-A892-499A-9258-0BAB7F4D95CE}" dt="2025-06-01T19:28:54.180" v="128" actId="47"/>
        <pc:sldMkLst>
          <pc:docMk/>
          <pc:sldMk cId="0" sldId="269"/>
        </pc:sldMkLst>
      </pc:sldChg>
      <pc:sldChg chg="del">
        <pc:chgData name="Syed Zulqadar Hassan" userId="bb151c9adcbd665f" providerId="LiveId" clId="{445C3B1D-A892-499A-9258-0BAB7F4D95CE}" dt="2025-06-01T19:28:54.180" v="128" actId="47"/>
        <pc:sldMkLst>
          <pc:docMk/>
          <pc:sldMk cId="0" sldId="270"/>
        </pc:sldMkLst>
      </pc:sldChg>
      <pc:sldChg chg="del">
        <pc:chgData name="Syed Zulqadar Hassan" userId="bb151c9adcbd665f" providerId="LiveId" clId="{445C3B1D-A892-499A-9258-0BAB7F4D95CE}" dt="2025-06-01T19:28:54.180" v="128" actId="47"/>
        <pc:sldMkLst>
          <pc:docMk/>
          <pc:sldMk cId="0" sldId="271"/>
        </pc:sldMkLst>
      </pc:sldChg>
      <pc:sldChg chg="del">
        <pc:chgData name="Syed Zulqadar Hassan" userId="bb151c9adcbd665f" providerId="LiveId" clId="{445C3B1D-A892-499A-9258-0BAB7F4D95CE}" dt="2025-06-01T19:28:54.180" v="128" actId="47"/>
        <pc:sldMkLst>
          <pc:docMk/>
          <pc:sldMk cId="0" sldId="272"/>
        </pc:sldMkLst>
      </pc:sldChg>
      <pc:sldChg chg="del">
        <pc:chgData name="Syed Zulqadar Hassan" userId="bb151c9adcbd665f" providerId="LiveId" clId="{445C3B1D-A892-499A-9258-0BAB7F4D95CE}" dt="2025-06-01T19:28:54.180" v="128" actId="47"/>
        <pc:sldMkLst>
          <pc:docMk/>
          <pc:sldMk cId="0" sldId="273"/>
        </pc:sldMkLst>
      </pc:sldChg>
      <pc:sldChg chg="delSp modSp mod">
        <pc:chgData name="Syed Zulqadar Hassan" userId="bb151c9adcbd665f" providerId="LiveId" clId="{445C3B1D-A892-499A-9258-0BAB7F4D95CE}" dt="2025-06-01T19:29:10.660" v="137" actId="1076"/>
        <pc:sldMkLst>
          <pc:docMk/>
          <pc:sldMk cId="0" sldId="274"/>
        </pc:sldMkLst>
        <pc:spChg chg="mod">
          <ac:chgData name="Syed Zulqadar Hassan" userId="bb151c9adcbd665f" providerId="LiveId" clId="{445C3B1D-A892-499A-9258-0BAB7F4D95CE}" dt="2025-06-01T19:29:10.660" v="137" actId="1076"/>
          <ac:spMkLst>
            <pc:docMk/>
            <pc:sldMk cId="0" sldId="274"/>
            <ac:spMk id="2" creationId="{00000000-0000-0000-0000-000000000000}"/>
          </ac:spMkLst>
        </pc:spChg>
        <pc:spChg chg="del">
          <ac:chgData name="Syed Zulqadar Hassan" userId="bb151c9adcbd665f" providerId="LiveId" clId="{445C3B1D-A892-499A-9258-0BAB7F4D95CE}" dt="2025-06-01T19:29:03.871" v="135" actId="478"/>
          <ac:spMkLst>
            <pc:docMk/>
            <pc:sldMk cId="0" sldId="274"/>
            <ac:spMk id="3" creationId="{00000000-0000-0000-0000-000000000000}"/>
          </ac:spMkLst>
        </pc:spChg>
      </pc:sldChg>
      <pc:sldChg chg="addSp delSp modSp add mod">
        <pc:chgData name="Syed Zulqadar Hassan" userId="bb151c9adcbd665f" providerId="LiveId" clId="{445C3B1D-A892-499A-9258-0BAB7F4D95CE}" dt="2025-06-01T19:37:30.589" v="162"/>
        <pc:sldMkLst>
          <pc:docMk/>
          <pc:sldMk cId="3097094127" sldId="275"/>
        </pc:sldMkLst>
        <pc:spChg chg="del mod">
          <ac:chgData name="Syed Zulqadar Hassan" userId="bb151c9adcbd665f" providerId="LiveId" clId="{445C3B1D-A892-499A-9258-0BAB7F4D95CE}" dt="2025-06-01T19:37:30.589" v="162"/>
          <ac:spMkLst>
            <pc:docMk/>
            <pc:sldMk cId="3097094127" sldId="275"/>
            <ac:spMk id="5" creationId="{8FDC0289-85A8-5BBD-03D5-68E20FF8784B}"/>
          </ac:spMkLst>
        </pc:spChg>
        <pc:picChg chg="add mod modCrop">
          <ac:chgData name="Syed Zulqadar Hassan" userId="bb151c9adcbd665f" providerId="LiveId" clId="{445C3B1D-A892-499A-9258-0BAB7F4D95CE}" dt="2025-06-01T18:48:59.958" v="62" actId="1076"/>
          <ac:picMkLst>
            <pc:docMk/>
            <pc:sldMk cId="3097094127" sldId="275"/>
            <ac:picMk id="3" creationId="{B4E82EDA-84AB-8FBC-AB60-8EBCD7C3ECBE}"/>
          </ac:picMkLst>
        </pc:picChg>
        <pc:picChg chg="add del">
          <ac:chgData name="Syed Zulqadar Hassan" userId="bb151c9adcbd665f" providerId="LiveId" clId="{445C3B1D-A892-499A-9258-0BAB7F4D95CE}" dt="2025-06-01T18:46:16.687" v="46" actId="478"/>
          <ac:picMkLst>
            <pc:docMk/>
            <pc:sldMk cId="3097094127" sldId="275"/>
            <ac:picMk id="6" creationId="{26F62147-3100-6EE7-E8B5-244D678B70FE}"/>
          </ac:picMkLst>
        </pc:picChg>
        <pc:picChg chg="add del">
          <ac:chgData name="Syed Zulqadar Hassan" userId="bb151c9adcbd665f" providerId="LiveId" clId="{445C3B1D-A892-499A-9258-0BAB7F4D95CE}" dt="2025-06-01T18:46:25.605" v="48" actId="478"/>
          <ac:picMkLst>
            <pc:docMk/>
            <pc:sldMk cId="3097094127" sldId="275"/>
            <ac:picMk id="7" creationId="{52AEE8DA-7CD2-DA57-E392-9F4F7B71CE33}"/>
          </ac:picMkLst>
        </pc:picChg>
        <pc:picChg chg="del">
          <ac:chgData name="Syed Zulqadar Hassan" userId="bb151c9adcbd665f" providerId="LiveId" clId="{445C3B1D-A892-499A-9258-0BAB7F4D95CE}" dt="2025-06-01T18:40:07.121" v="37" actId="478"/>
          <ac:picMkLst>
            <pc:docMk/>
            <pc:sldMk cId="3097094127" sldId="275"/>
            <ac:picMk id="8" creationId="{292EF7F9-5991-6158-0CE2-C967C2773574}"/>
          </ac:picMkLst>
        </pc:picChg>
        <pc:picChg chg="add mod">
          <ac:chgData name="Syed Zulqadar Hassan" userId="bb151c9adcbd665f" providerId="LiveId" clId="{445C3B1D-A892-499A-9258-0BAB7F4D95CE}" dt="2025-06-01T18:49:01.430" v="63" actId="1076"/>
          <ac:picMkLst>
            <pc:docMk/>
            <pc:sldMk cId="3097094127" sldId="275"/>
            <ac:picMk id="1026" creationId="{9FAA8004-8843-EEF7-E474-A59DF15CFC02}"/>
          </ac:picMkLst>
        </pc:picChg>
      </pc:sldChg>
      <pc:sldChg chg="addSp delSp add del">
        <pc:chgData name="Syed Zulqadar Hassan" userId="bb151c9adcbd665f" providerId="LiveId" clId="{445C3B1D-A892-499A-9258-0BAB7F4D95CE}" dt="2025-06-01T19:15:02.495" v="85" actId="47"/>
        <pc:sldMkLst>
          <pc:docMk/>
          <pc:sldMk cId="3979686096" sldId="276"/>
        </pc:sldMkLst>
        <pc:picChg chg="add del">
          <ac:chgData name="Syed Zulqadar Hassan" userId="bb151c9adcbd665f" providerId="LiveId" clId="{445C3B1D-A892-499A-9258-0BAB7F4D95CE}" dt="2025-06-01T19:15:00.194" v="84" actId="478"/>
          <ac:picMkLst>
            <pc:docMk/>
            <pc:sldMk cId="3979686096" sldId="276"/>
            <ac:picMk id="1026" creationId="{05AFE02D-92DF-DD8A-A7F2-1C7C12F028EE}"/>
          </ac:picMkLst>
        </pc:picChg>
      </pc:sldChg>
      <pc:sldChg chg="addSp delSp modSp add mod">
        <pc:chgData name="Syed Zulqadar Hassan" userId="bb151c9adcbd665f" providerId="LiveId" clId="{445C3B1D-A892-499A-9258-0BAB7F4D95CE}" dt="2025-06-01T19:37:33.401" v="163" actId="478"/>
        <pc:sldMkLst>
          <pc:docMk/>
          <pc:sldMk cId="3839774652" sldId="277"/>
        </pc:sldMkLst>
        <pc:spChg chg="del">
          <ac:chgData name="Syed Zulqadar Hassan" userId="bb151c9adcbd665f" providerId="LiveId" clId="{445C3B1D-A892-499A-9258-0BAB7F4D95CE}" dt="2025-06-01T19:37:33.401" v="163" actId="478"/>
          <ac:spMkLst>
            <pc:docMk/>
            <pc:sldMk cId="3839774652" sldId="277"/>
            <ac:spMk id="3" creationId="{FE747A22-A770-7349-8337-AC2BBF7FB372}"/>
          </ac:spMkLst>
        </pc:spChg>
        <pc:picChg chg="del">
          <ac:chgData name="Syed Zulqadar Hassan" userId="bb151c9adcbd665f" providerId="LiveId" clId="{445C3B1D-A892-499A-9258-0BAB7F4D95CE}" dt="2025-06-01T19:09:20.537" v="66" actId="478"/>
          <ac:picMkLst>
            <pc:docMk/>
            <pc:sldMk cId="3839774652" sldId="277"/>
            <ac:picMk id="3" creationId="{373210D0-FE8F-9834-2DD8-BAAD502FA258}"/>
          </ac:picMkLst>
        </pc:picChg>
        <pc:picChg chg="add mod">
          <ac:chgData name="Syed Zulqadar Hassan" userId="bb151c9adcbd665f" providerId="LiveId" clId="{445C3B1D-A892-499A-9258-0BAB7F4D95CE}" dt="2025-06-01T19:09:34.810" v="71" actId="1076"/>
          <ac:picMkLst>
            <pc:docMk/>
            <pc:sldMk cId="3839774652" sldId="277"/>
            <ac:picMk id="4" creationId="{6F036649-231B-458B-0618-7FBF17697521}"/>
          </ac:picMkLst>
        </pc:picChg>
        <pc:picChg chg="del">
          <ac:chgData name="Syed Zulqadar Hassan" userId="bb151c9adcbd665f" providerId="LiveId" clId="{445C3B1D-A892-499A-9258-0BAB7F4D95CE}" dt="2025-06-01T19:09:21.043" v="67" actId="478"/>
          <ac:picMkLst>
            <pc:docMk/>
            <pc:sldMk cId="3839774652" sldId="277"/>
            <ac:picMk id="1026" creationId="{603F9E02-2C93-8AEC-D476-9F0531142445}"/>
          </ac:picMkLst>
        </pc:picChg>
        <pc:picChg chg="add del mod">
          <ac:chgData name="Syed Zulqadar Hassan" userId="bb151c9adcbd665f" providerId="LiveId" clId="{445C3B1D-A892-499A-9258-0BAB7F4D95CE}" dt="2025-06-01T19:14:06.875" v="82" actId="478"/>
          <ac:picMkLst>
            <pc:docMk/>
            <pc:sldMk cId="3839774652" sldId="277"/>
            <ac:picMk id="2050" creationId="{BFEC9F41-8C16-9833-E5DE-97C7ED272416}"/>
          </ac:picMkLst>
        </pc:picChg>
        <pc:picChg chg="add mod">
          <ac:chgData name="Syed Zulqadar Hassan" userId="bb151c9adcbd665f" providerId="LiveId" clId="{445C3B1D-A892-499A-9258-0BAB7F4D95CE}" dt="2025-06-01T19:29:56.324" v="141" actId="1076"/>
          <ac:picMkLst>
            <pc:docMk/>
            <pc:sldMk cId="3839774652" sldId="277"/>
            <ac:picMk id="2052" creationId="{DD382EE1-FA00-147A-9722-226F2CFC6311}"/>
          </ac:picMkLst>
        </pc:picChg>
      </pc:sldChg>
      <pc:sldChg chg="addSp delSp modSp add del mod">
        <pc:chgData name="Syed Zulqadar Hassan" userId="bb151c9adcbd665f" providerId="LiveId" clId="{445C3B1D-A892-499A-9258-0BAB7F4D95CE}" dt="2025-06-01T19:34:51.065" v="142" actId="47"/>
        <pc:sldMkLst>
          <pc:docMk/>
          <pc:sldMk cId="2619464289" sldId="278"/>
        </pc:sldMkLst>
        <pc:spChg chg="mod">
          <ac:chgData name="Syed Zulqadar Hassan" userId="bb151c9adcbd665f" providerId="LiveId" clId="{445C3B1D-A892-499A-9258-0BAB7F4D95CE}" dt="2025-06-01T19:12:24.998" v="81" actId="14100"/>
          <ac:spMkLst>
            <pc:docMk/>
            <pc:sldMk cId="2619464289" sldId="278"/>
            <ac:spMk id="2" creationId="{BF041601-33AE-8150-4428-0E6CE6CCE3FE}"/>
          </ac:spMkLst>
        </pc:spChg>
        <pc:picChg chg="del">
          <ac:chgData name="Syed Zulqadar Hassan" userId="bb151c9adcbd665f" providerId="LiveId" clId="{445C3B1D-A892-499A-9258-0BAB7F4D95CE}" dt="2025-06-01T19:12:21.592" v="79" actId="478"/>
          <ac:picMkLst>
            <pc:docMk/>
            <pc:sldMk cId="2619464289" sldId="278"/>
            <ac:picMk id="4" creationId="{5C59C329-7A53-E905-4C87-7D6DEFF1A2D9}"/>
          </ac:picMkLst>
        </pc:picChg>
        <pc:picChg chg="add mod">
          <ac:chgData name="Syed Zulqadar Hassan" userId="bb151c9adcbd665f" providerId="LiveId" clId="{445C3B1D-A892-499A-9258-0BAB7F4D95CE}" dt="2025-06-01T19:20:21.478" v="92" actId="1076"/>
          <ac:picMkLst>
            <pc:docMk/>
            <pc:sldMk cId="2619464289" sldId="278"/>
            <ac:picMk id="6" creationId="{9AF1BEA5-E7C3-31CC-09FD-59ACDE49A398}"/>
          </ac:picMkLst>
        </pc:picChg>
        <pc:picChg chg="del">
          <ac:chgData name="Syed Zulqadar Hassan" userId="bb151c9adcbd665f" providerId="LiveId" clId="{445C3B1D-A892-499A-9258-0BAB7F4D95CE}" dt="2025-06-01T19:12:21.217" v="78" actId="478"/>
          <ac:picMkLst>
            <pc:docMk/>
            <pc:sldMk cId="2619464289" sldId="278"/>
            <ac:picMk id="2050" creationId="{1F9E9630-3414-3654-1B9E-4DA7581BF8FB}"/>
          </ac:picMkLst>
        </pc:picChg>
        <pc:picChg chg="add del mod">
          <ac:chgData name="Syed Zulqadar Hassan" userId="bb151c9adcbd665f" providerId="LiveId" clId="{445C3B1D-A892-499A-9258-0BAB7F4D95CE}" dt="2025-06-01T19:17:48.231" v="89" actId="478"/>
          <ac:picMkLst>
            <pc:docMk/>
            <pc:sldMk cId="2619464289" sldId="278"/>
            <ac:picMk id="3074" creationId="{DF465512-2AB8-319F-A962-81575E3E03A4}"/>
          </ac:picMkLst>
        </pc:picChg>
      </pc:sldChg>
      <pc:sldChg chg="addSp delSp modSp add mod">
        <pc:chgData name="Syed Zulqadar Hassan" userId="bb151c9adcbd665f" providerId="LiveId" clId="{445C3B1D-A892-499A-9258-0BAB7F4D95CE}" dt="2025-06-01T19:37:35.648" v="164" actId="478"/>
        <pc:sldMkLst>
          <pc:docMk/>
          <pc:sldMk cId="4023059560" sldId="279"/>
        </pc:sldMkLst>
        <pc:spChg chg="del">
          <ac:chgData name="Syed Zulqadar Hassan" userId="bb151c9adcbd665f" providerId="LiveId" clId="{445C3B1D-A892-499A-9258-0BAB7F4D95CE}" dt="2025-06-01T19:37:35.648" v="164" actId="478"/>
          <ac:spMkLst>
            <pc:docMk/>
            <pc:sldMk cId="4023059560" sldId="279"/>
            <ac:spMk id="8" creationId="{35624C64-4BE9-B13D-6CBC-199F7B72FD6D}"/>
          </ac:spMkLst>
        </pc:spChg>
        <pc:picChg chg="add mod">
          <ac:chgData name="Syed Zulqadar Hassan" userId="bb151c9adcbd665f" providerId="LiveId" clId="{445C3B1D-A892-499A-9258-0BAB7F4D95CE}" dt="2025-06-01T19:35:11.179" v="146" actId="1076"/>
          <ac:picMkLst>
            <pc:docMk/>
            <pc:sldMk cId="4023059560" sldId="279"/>
            <ac:picMk id="3" creationId="{97F86A62-2CC0-BEB7-1319-05AE16409BCF}"/>
          </ac:picMkLst>
        </pc:picChg>
        <pc:picChg chg="add del mod">
          <ac:chgData name="Syed Zulqadar Hassan" userId="bb151c9adcbd665f" providerId="LiveId" clId="{445C3B1D-A892-499A-9258-0BAB7F4D95CE}" dt="2025-06-01T19:35:05.365" v="143" actId="478"/>
          <ac:picMkLst>
            <pc:docMk/>
            <pc:sldMk cId="4023059560" sldId="279"/>
            <ac:picMk id="4" creationId="{C9303D8D-561F-30B4-A218-05C32945701A}"/>
          </ac:picMkLst>
        </pc:picChg>
        <pc:picChg chg="del">
          <ac:chgData name="Syed Zulqadar Hassan" userId="bb151c9adcbd665f" providerId="LiveId" clId="{445C3B1D-A892-499A-9258-0BAB7F4D95CE}" dt="2025-06-01T19:25:50.797" v="94" actId="478"/>
          <ac:picMkLst>
            <pc:docMk/>
            <pc:sldMk cId="4023059560" sldId="279"/>
            <ac:picMk id="6" creationId="{8B36E0FB-CCD3-21B6-6B00-EC132EE38402}"/>
          </ac:picMkLst>
        </pc:picChg>
        <pc:picChg chg="add mod modCrop">
          <ac:chgData name="Syed Zulqadar Hassan" userId="bb151c9adcbd665f" providerId="LiveId" clId="{445C3B1D-A892-499A-9258-0BAB7F4D95CE}" dt="2025-06-01T19:36:14.682" v="155" actId="732"/>
          <ac:picMkLst>
            <pc:docMk/>
            <pc:sldMk cId="4023059560" sldId="279"/>
            <ac:picMk id="6" creationId="{C17131D2-B19E-8747-97E4-B91DFB55830A}"/>
          </ac:picMkLst>
        </pc:picChg>
        <pc:picChg chg="add mod modCrop">
          <ac:chgData name="Syed Zulqadar Hassan" userId="bb151c9adcbd665f" providerId="LiveId" clId="{445C3B1D-A892-499A-9258-0BAB7F4D95CE}" dt="2025-06-01T19:36:05.660" v="154" actId="732"/>
          <ac:picMkLst>
            <pc:docMk/>
            <pc:sldMk cId="4023059560" sldId="279"/>
            <ac:picMk id="7" creationId="{998F038E-9F6D-CA6B-8539-D973F7F97DA1}"/>
          </ac:picMkLst>
        </pc:picChg>
      </pc:sldChg>
      <pc:sldChg chg="addSp delSp modSp add del mod modShow">
        <pc:chgData name="Syed Zulqadar Hassan" userId="bb151c9adcbd665f" providerId="LiveId" clId="{445C3B1D-A892-499A-9258-0BAB7F4D95CE}" dt="2025-06-01T19:36:32.092" v="157" actId="47"/>
        <pc:sldMkLst>
          <pc:docMk/>
          <pc:sldMk cId="2633463943" sldId="280"/>
        </pc:sldMkLst>
        <pc:picChg chg="add del mod ord">
          <ac:chgData name="Syed Zulqadar Hassan" userId="bb151c9adcbd665f" providerId="LiveId" clId="{445C3B1D-A892-499A-9258-0BAB7F4D95CE}" dt="2025-06-01T19:28:01.451" v="120" actId="478"/>
          <ac:picMkLst>
            <pc:docMk/>
            <pc:sldMk cId="2633463943" sldId="280"/>
            <ac:picMk id="4" creationId="{442CEA88-75BE-0CFF-A599-7349402EF711}"/>
          </ac:picMkLst>
        </pc:picChg>
        <pc:picChg chg="add del mod">
          <ac:chgData name="Syed Zulqadar Hassan" userId="bb151c9adcbd665f" providerId="LiveId" clId="{445C3B1D-A892-499A-9258-0BAB7F4D95CE}" dt="2025-06-01T19:27:52.840" v="118" actId="478"/>
          <ac:picMkLst>
            <pc:docMk/>
            <pc:sldMk cId="2633463943" sldId="280"/>
            <ac:picMk id="4098" creationId="{7B7CCDD2-6A35-F73B-2D98-9708371AD8B0}"/>
          </ac:picMkLst>
        </pc:picChg>
      </pc:sldChg>
      <pc:sldChg chg="addSp delSp modSp add del mod modShow">
        <pc:chgData name="Syed Zulqadar Hassan" userId="bb151c9adcbd665f" providerId="LiveId" clId="{445C3B1D-A892-499A-9258-0BAB7F4D95CE}" dt="2025-06-01T19:34:51.065" v="142" actId="47"/>
        <pc:sldMkLst>
          <pc:docMk/>
          <pc:sldMk cId="2340576755" sldId="281"/>
        </pc:sldMkLst>
        <pc:picChg chg="del">
          <ac:chgData name="Syed Zulqadar Hassan" userId="bb151c9adcbd665f" providerId="LiveId" clId="{445C3B1D-A892-499A-9258-0BAB7F4D95CE}" dt="2025-06-01T19:28:38.635" v="126" actId="478"/>
          <ac:picMkLst>
            <pc:docMk/>
            <pc:sldMk cId="2340576755" sldId="281"/>
            <ac:picMk id="6" creationId="{B91972BA-AE7F-2ADB-81B5-847051CC9430}"/>
          </ac:picMkLst>
        </pc:picChg>
        <pc:picChg chg="add mod">
          <ac:chgData name="Syed Zulqadar Hassan" userId="bb151c9adcbd665f" providerId="LiveId" clId="{445C3B1D-A892-499A-9258-0BAB7F4D95CE}" dt="2025-06-01T19:28:35.676" v="125" actId="167"/>
          <ac:picMkLst>
            <pc:docMk/>
            <pc:sldMk cId="2340576755" sldId="281"/>
            <ac:picMk id="5122" creationId="{6AF6F872-8575-74BA-5CE1-3226F889FDE2}"/>
          </ac:picMkLst>
        </pc:picChg>
      </pc:sldChg>
      <pc:sldChg chg="delSp add mod modShow">
        <pc:chgData name="Syed Zulqadar Hassan" userId="bb151c9adcbd665f" providerId="LiveId" clId="{445C3B1D-A892-499A-9258-0BAB7F4D95CE}" dt="2025-06-01T19:37:38.312" v="165" actId="478"/>
        <pc:sldMkLst>
          <pc:docMk/>
          <pc:sldMk cId="3009751173" sldId="281"/>
        </pc:sldMkLst>
        <pc:spChg chg="del">
          <ac:chgData name="Syed Zulqadar Hassan" userId="bb151c9adcbd665f" providerId="LiveId" clId="{445C3B1D-A892-499A-9258-0BAB7F4D95CE}" dt="2025-06-01T19:37:38.312" v="165" actId="478"/>
          <ac:spMkLst>
            <pc:docMk/>
            <pc:sldMk cId="3009751173" sldId="281"/>
            <ac:spMk id="4" creationId="{AB2C54F9-BF6D-D690-B0CF-BC2230C946F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2E6910-F1A8-42C4-9188-3969BFF41EEC}" type="datetimeFigureOut">
              <a:rPr lang="en-US" smtClean="0"/>
              <a:t>02-Jun-25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060CF6-E710-420E-BADC-CC8F87F8A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594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E0D99D-73C7-4EC4-83B4-D321110DB256}" type="datetime1">
              <a:rPr lang="en-US" smtClean="0"/>
              <a:t>02-Jun-25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pPr marL="25400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5DF19E-6DC5-41D0-B96A-4A5DB22A2725}" type="datetime1">
              <a:rPr lang="en-US" smtClean="0"/>
              <a:t>02-Jun-25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pPr marL="25400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CEACF3-797C-44DF-8B38-2F222053CA87}" type="datetime1">
              <a:rPr lang="en-US" smtClean="0"/>
              <a:t>02-Jun-25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pPr marL="25400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92688A-4065-49E3-B297-A79B393787BA}" type="datetime1">
              <a:rPr lang="en-US" smtClean="0"/>
              <a:t>02-Jun-25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pPr marL="25400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AC30B4-D597-4A51-916E-36F9175E4DE5}" type="datetime1">
              <a:rPr lang="en-US" smtClean="0"/>
              <a:t>02-Jun-25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pPr marL="25400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457200" y="457200"/>
            <a:ext cx="285750" cy="5334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870203" y="592073"/>
            <a:ext cx="8730996" cy="27508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867155" y="592073"/>
            <a:ext cx="138430" cy="142240"/>
          </a:xfrm>
          <a:custGeom>
            <a:avLst/>
            <a:gdLst/>
            <a:ahLst/>
            <a:cxnLst/>
            <a:rect l="l" t="t" r="r" b="b"/>
            <a:pathLst>
              <a:path w="138430" h="142240">
                <a:moveTo>
                  <a:pt x="0" y="0"/>
                </a:moveTo>
                <a:lnTo>
                  <a:pt x="137922" y="0"/>
                </a:lnTo>
                <a:lnTo>
                  <a:pt x="137922" y="141731"/>
                </a:lnTo>
                <a:lnTo>
                  <a:pt x="0" y="141731"/>
                </a:lnTo>
                <a:lnTo>
                  <a:pt x="0" y="0"/>
                </a:lnTo>
                <a:close/>
              </a:path>
            </a:pathLst>
          </a:custGeom>
          <a:solidFill>
            <a:srgbClr val="CCCC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1005077" y="457200"/>
            <a:ext cx="139700" cy="138430"/>
          </a:xfrm>
          <a:custGeom>
            <a:avLst/>
            <a:gdLst/>
            <a:ahLst/>
            <a:cxnLst/>
            <a:rect l="l" t="t" r="r" b="b"/>
            <a:pathLst>
              <a:path w="139700" h="138429">
                <a:moveTo>
                  <a:pt x="0" y="0"/>
                </a:moveTo>
                <a:lnTo>
                  <a:pt x="139446" y="0"/>
                </a:lnTo>
                <a:lnTo>
                  <a:pt x="139446" y="137921"/>
                </a:lnTo>
                <a:lnTo>
                  <a:pt x="0" y="137921"/>
                </a:lnTo>
                <a:lnTo>
                  <a:pt x="0" y="0"/>
                </a:lnTo>
                <a:close/>
              </a:path>
            </a:pathLst>
          </a:custGeom>
          <a:solidFill>
            <a:srgbClr val="CCCC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1005077" y="592073"/>
            <a:ext cx="139700" cy="142240"/>
          </a:xfrm>
          <a:custGeom>
            <a:avLst/>
            <a:gdLst/>
            <a:ahLst/>
            <a:cxnLst/>
            <a:rect l="l" t="t" r="r" b="b"/>
            <a:pathLst>
              <a:path w="139700" h="142240">
                <a:moveTo>
                  <a:pt x="0" y="0"/>
                </a:moveTo>
                <a:lnTo>
                  <a:pt x="139446" y="0"/>
                </a:lnTo>
                <a:lnTo>
                  <a:pt x="139446" y="141731"/>
                </a:lnTo>
                <a:lnTo>
                  <a:pt x="0" y="141731"/>
                </a:lnTo>
                <a:lnTo>
                  <a:pt x="0" y="0"/>
                </a:lnTo>
                <a:close/>
              </a:path>
            </a:pathLst>
          </a:custGeom>
          <a:solidFill>
            <a:srgbClr val="99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k object 21"/>
          <p:cNvSpPr/>
          <p:nvPr/>
        </p:nvSpPr>
        <p:spPr>
          <a:xfrm>
            <a:off x="731519" y="731519"/>
            <a:ext cx="137160" cy="139065"/>
          </a:xfrm>
          <a:custGeom>
            <a:avLst/>
            <a:gdLst/>
            <a:ahLst/>
            <a:cxnLst/>
            <a:rect l="l" t="t" r="r" b="b"/>
            <a:pathLst>
              <a:path w="137159" h="139065">
                <a:moveTo>
                  <a:pt x="0" y="0"/>
                </a:moveTo>
                <a:lnTo>
                  <a:pt x="137160" y="0"/>
                </a:lnTo>
                <a:lnTo>
                  <a:pt x="137160" y="138683"/>
                </a:lnTo>
                <a:lnTo>
                  <a:pt x="0" y="138683"/>
                </a:lnTo>
                <a:lnTo>
                  <a:pt x="0" y="0"/>
                </a:lnTo>
                <a:close/>
              </a:path>
            </a:pathLst>
          </a:custGeom>
          <a:solidFill>
            <a:srgbClr val="CCCC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k object 22"/>
          <p:cNvSpPr/>
          <p:nvPr/>
        </p:nvSpPr>
        <p:spPr>
          <a:xfrm>
            <a:off x="589026" y="593598"/>
            <a:ext cx="140970" cy="138430"/>
          </a:xfrm>
          <a:custGeom>
            <a:avLst/>
            <a:gdLst/>
            <a:ahLst/>
            <a:cxnLst/>
            <a:rect l="l" t="t" r="r" b="b"/>
            <a:pathLst>
              <a:path w="140970" h="138429">
                <a:moveTo>
                  <a:pt x="0" y="0"/>
                </a:moveTo>
                <a:lnTo>
                  <a:pt x="140969" y="0"/>
                </a:lnTo>
                <a:lnTo>
                  <a:pt x="140969" y="137921"/>
                </a:lnTo>
                <a:lnTo>
                  <a:pt x="0" y="137921"/>
                </a:lnTo>
                <a:lnTo>
                  <a:pt x="0" y="0"/>
                </a:lnTo>
                <a:close/>
              </a:path>
            </a:pathLst>
          </a:custGeom>
          <a:solidFill>
            <a:srgbClr val="0000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k object 23"/>
          <p:cNvSpPr/>
          <p:nvPr/>
        </p:nvSpPr>
        <p:spPr>
          <a:xfrm>
            <a:off x="867155" y="728472"/>
            <a:ext cx="138430" cy="139065"/>
          </a:xfrm>
          <a:custGeom>
            <a:avLst/>
            <a:gdLst/>
            <a:ahLst/>
            <a:cxnLst/>
            <a:rect l="l" t="t" r="r" b="b"/>
            <a:pathLst>
              <a:path w="138430" h="139065">
                <a:moveTo>
                  <a:pt x="0" y="0"/>
                </a:moveTo>
                <a:lnTo>
                  <a:pt x="137922" y="0"/>
                </a:lnTo>
                <a:lnTo>
                  <a:pt x="137922" y="138683"/>
                </a:lnTo>
                <a:lnTo>
                  <a:pt x="0" y="138683"/>
                </a:lnTo>
                <a:lnTo>
                  <a:pt x="0" y="0"/>
                </a:lnTo>
                <a:close/>
              </a:path>
            </a:pathLst>
          </a:custGeom>
          <a:solidFill>
            <a:srgbClr val="99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k object 24"/>
          <p:cNvSpPr/>
          <p:nvPr/>
        </p:nvSpPr>
        <p:spPr>
          <a:xfrm>
            <a:off x="731519" y="867155"/>
            <a:ext cx="137160" cy="136525"/>
          </a:xfrm>
          <a:custGeom>
            <a:avLst/>
            <a:gdLst/>
            <a:ahLst/>
            <a:cxnLst/>
            <a:rect l="l" t="t" r="r" b="b"/>
            <a:pathLst>
              <a:path w="137159" h="136525">
                <a:moveTo>
                  <a:pt x="0" y="0"/>
                </a:moveTo>
                <a:lnTo>
                  <a:pt x="137159" y="0"/>
                </a:lnTo>
                <a:lnTo>
                  <a:pt x="137159" y="136398"/>
                </a:lnTo>
                <a:lnTo>
                  <a:pt x="0" y="136398"/>
                </a:lnTo>
                <a:lnTo>
                  <a:pt x="0" y="0"/>
                </a:lnTo>
                <a:close/>
              </a:path>
            </a:pathLst>
          </a:custGeom>
          <a:solidFill>
            <a:srgbClr val="99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39822" y="826770"/>
            <a:ext cx="4800600" cy="567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15772" y="1691132"/>
            <a:ext cx="5269865" cy="36099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58282D-E7E5-43FC-B170-5B6C6F377630}" type="datetime1">
              <a:rPr lang="en-US" smtClean="0"/>
              <a:t>02-Jun-25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181083" y="6919368"/>
            <a:ext cx="220345" cy="2051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pPr marL="25400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457200"/>
            <a:ext cx="35052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173223" y="2148077"/>
            <a:ext cx="7428230" cy="2533650"/>
          </a:xfrm>
          <a:custGeom>
            <a:avLst/>
            <a:gdLst/>
            <a:ahLst/>
            <a:cxnLst/>
            <a:rect l="l" t="t" r="r" b="b"/>
            <a:pathLst>
              <a:path w="7428230" h="2533650">
                <a:moveTo>
                  <a:pt x="0" y="0"/>
                </a:moveTo>
                <a:lnTo>
                  <a:pt x="7427976" y="0"/>
                </a:lnTo>
                <a:lnTo>
                  <a:pt x="7427976" y="2533650"/>
                </a:lnTo>
                <a:lnTo>
                  <a:pt x="0" y="2533650"/>
                </a:lnTo>
                <a:lnTo>
                  <a:pt x="0" y="0"/>
                </a:lnTo>
                <a:close/>
              </a:path>
            </a:pathLst>
          </a:custGeom>
          <a:solidFill>
            <a:srgbClr val="0000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30224" y="4040123"/>
            <a:ext cx="576580" cy="641985"/>
          </a:xfrm>
          <a:custGeom>
            <a:avLst/>
            <a:gdLst/>
            <a:ahLst/>
            <a:cxnLst/>
            <a:rect l="l" t="t" r="r" b="b"/>
            <a:pathLst>
              <a:path w="576580" h="641985">
                <a:moveTo>
                  <a:pt x="0" y="0"/>
                </a:moveTo>
                <a:lnTo>
                  <a:pt x="576072" y="0"/>
                </a:lnTo>
                <a:lnTo>
                  <a:pt x="576072" y="641603"/>
                </a:lnTo>
                <a:lnTo>
                  <a:pt x="0" y="641603"/>
                </a:lnTo>
                <a:lnTo>
                  <a:pt x="0" y="0"/>
                </a:lnTo>
                <a:close/>
              </a:path>
            </a:pathLst>
          </a:custGeom>
          <a:solidFill>
            <a:srgbClr val="99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173223" y="2148077"/>
            <a:ext cx="574675" cy="643255"/>
          </a:xfrm>
          <a:custGeom>
            <a:avLst/>
            <a:gdLst/>
            <a:ahLst/>
            <a:cxnLst/>
            <a:rect l="l" t="t" r="r" b="b"/>
            <a:pathLst>
              <a:path w="574675" h="643255">
                <a:moveTo>
                  <a:pt x="0" y="0"/>
                </a:moveTo>
                <a:lnTo>
                  <a:pt x="574548" y="0"/>
                </a:lnTo>
                <a:lnTo>
                  <a:pt x="574548" y="643128"/>
                </a:lnTo>
                <a:lnTo>
                  <a:pt x="0" y="643128"/>
                </a:lnTo>
                <a:lnTo>
                  <a:pt x="0" y="0"/>
                </a:lnTo>
                <a:close/>
              </a:path>
            </a:pathLst>
          </a:custGeom>
          <a:solidFill>
            <a:srgbClr val="CCCC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738627" y="1524000"/>
            <a:ext cx="586105" cy="635000"/>
          </a:xfrm>
          <a:custGeom>
            <a:avLst/>
            <a:gdLst/>
            <a:ahLst/>
            <a:cxnLst/>
            <a:rect l="l" t="t" r="r" b="b"/>
            <a:pathLst>
              <a:path w="586104" h="635000">
                <a:moveTo>
                  <a:pt x="0" y="0"/>
                </a:moveTo>
                <a:lnTo>
                  <a:pt x="585977" y="0"/>
                </a:lnTo>
                <a:lnTo>
                  <a:pt x="585977" y="634745"/>
                </a:lnTo>
                <a:lnTo>
                  <a:pt x="0" y="634745"/>
                </a:lnTo>
                <a:lnTo>
                  <a:pt x="0" y="0"/>
                </a:lnTo>
                <a:close/>
              </a:path>
            </a:pathLst>
          </a:custGeom>
          <a:solidFill>
            <a:srgbClr val="CCCC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98675" y="4040123"/>
            <a:ext cx="584835" cy="641985"/>
          </a:xfrm>
          <a:custGeom>
            <a:avLst/>
            <a:gdLst/>
            <a:ahLst/>
            <a:cxnLst/>
            <a:rect l="l" t="t" r="r" b="b"/>
            <a:pathLst>
              <a:path w="584835" h="641985">
                <a:moveTo>
                  <a:pt x="0" y="0"/>
                </a:moveTo>
                <a:lnTo>
                  <a:pt x="584454" y="0"/>
                </a:lnTo>
                <a:lnTo>
                  <a:pt x="584454" y="641603"/>
                </a:lnTo>
                <a:lnTo>
                  <a:pt x="0" y="641603"/>
                </a:lnTo>
                <a:lnTo>
                  <a:pt x="0" y="0"/>
                </a:lnTo>
                <a:close/>
              </a:path>
            </a:pathLst>
          </a:custGeom>
          <a:solidFill>
            <a:srgbClr val="0000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738627" y="2148077"/>
            <a:ext cx="586105" cy="643255"/>
          </a:xfrm>
          <a:custGeom>
            <a:avLst/>
            <a:gdLst/>
            <a:ahLst/>
            <a:cxnLst/>
            <a:rect l="l" t="t" r="r" b="b"/>
            <a:pathLst>
              <a:path w="586104" h="643255">
                <a:moveTo>
                  <a:pt x="0" y="0"/>
                </a:moveTo>
                <a:lnTo>
                  <a:pt x="585977" y="0"/>
                </a:lnTo>
                <a:lnTo>
                  <a:pt x="585977" y="643127"/>
                </a:lnTo>
                <a:lnTo>
                  <a:pt x="0" y="643128"/>
                </a:lnTo>
                <a:lnTo>
                  <a:pt x="0" y="0"/>
                </a:lnTo>
                <a:close/>
              </a:path>
            </a:pathLst>
          </a:custGeom>
          <a:solidFill>
            <a:srgbClr val="99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598675" y="2781300"/>
            <a:ext cx="584835" cy="633730"/>
          </a:xfrm>
          <a:custGeom>
            <a:avLst/>
            <a:gdLst/>
            <a:ahLst/>
            <a:cxnLst/>
            <a:rect l="l" t="t" r="r" b="b"/>
            <a:pathLst>
              <a:path w="584835" h="633729">
                <a:moveTo>
                  <a:pt x="0" y="0"/>
                </a:moveTo>
                <a:lnTo>
                  <a:pt x="584454" y="0"/>
                </a:lnTo>
                <a:lnTo>
                  <a:pt x="584454" y="633222"/>
                </a:lnTo>
                <a:lnTo>
                  <a:pt x="0" y="633222"/>
                </a:lnTo>
                <a:lnTo>
                  <a:pt x="0" y="0"/>
                </a:lnTo>
                <a:close/>
              </a:path>
            </a:pathLst>
          </a:custGeom>
          <a:solidFill>
            <a:srgbClr val="CCCC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57200" y="2781300"/>
            <a:ext cx="582930" cy="633730"/>
          </a:xfrm>
          <a:custGeom>
            <a:avLst/>
            <a:gdLst/>
            <a:ahLst/>
            <a:cxnLst/>
            <a:rect l="l" t="t" r="r" b="b"/>
            <a:pathLst>
              <a:path w="582930" h="633729">
                <a:moveTo>
                  <a:pt x="0" y="0"/>
                </a:moveTo>
                <a:lnTo>
                  <a:pt x="582930" y="0"/>
                </a:lnTo>
                <a:lnTo>
                  <a:pt x="582930" y="633222"/>
                </a:lnTo>
                <a:lnTo>
                  <a:pt x="0" y="633222"/>
                </a:lnTo>
                <a:lnTo>
                  <a:pt x="0" y="0"/>
                </a:lnTo>
                <a:close/>
              </a:path>
            </a:pathLst>
          </a:custGeom>
          <a:solidFill>
            <a:srgbClr val="0000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173223" y="2781300"/>
            <a:ext cx="574675" cy="633730"/>
          </a:xfrm>
          <a:custGeom>
            <a:avLst/>
            <a:gdLst/>
            <a:ahLst/>
            <a:cxnLst/>
            <a:rect l="l" t="t" r="r" b="b"/>
            <a:pathLst>
              <a:path w="574675" h="633729">
                <a:moveTo>
                  <a:pt x="0" y="0"/>
                </a:moveTo>
                <a:lnTo>
                  <a:pt x="574548" y="0"/>
                </a:lnTo>
                <a:lnTo>
                  <a:pt x="574548" y="633222"/>
                </a:lnTo>
                <a:lnTo>
                  <a:pt x="0" y="633222"/>
                </a:lnTo>
                <a:lnTo>
                  <a:pt x="0" y="0"/>
                </a:lnTo>
                <a:close/>
              </a:path>
            </a:pathLst>
          </a:custGeom>
          <a:solidFill>
            <a:srgbClr val="99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030224" y="3405378"/>
            <a:ext cx="576580" cy="645160"/>
          </a:xfrm>
          <a:custGeom>
            <a:avLst/>
            <a:gdLst/>
            <a:ahLst/>
            <a:cxnLst/>
            <a:rect l="l" t="t" r="r" b="b"/>
            <a:pathLst>
              <a:path w="576580" h="645160">
                <a:moveTo>
                  <a:pt x="0" y="0"/>
                </a:moveTo>
                <a:lnTo>
                  <a:pt x="576072" y="0"/>
                </a:lnTo>
                <a:lnTo>
                  <a:pt x="576072" y="644651"/>
                </a:lnTo>
                <a:lnTo>
                  <a:pt x="0" y="644651"/>
                </a:lnTo>
                <a:lnTo>
                  <a:pt x="0" y="0"/>
                </a:lnTo>
                <a:close/>
              </a:path>
            </a:pathLst>
          </a:custGeom>
          <a:solidFill>
            <a:srgbClr val="CCCC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598675" y="3405378"/>
            <a:ext cx="584835" cy="645160"/>
          </a:xfrm>
          <a:custGeom>
            <a:avLst/>
            <a:gdLst/>
            <a:ahLst/>
            <a:cxnLst/>
            <a:rect l="l" t="t" r="r" b="b"/>
            <a:pathLst>
              <a:path w="584835" h="645160">
                <a:moveTo>
                  <a:pt x="0" y="0"/>
                </a:moveTo>
                <a:lnTo>
                  <a:pt x="584454" y="0"/>
                </a:lnTo>
                <a:lnTo>
                  <a:pt x="584454" y="644651"/>
                </a:lnTo>
                <a:lnTo>
                  <a:pt x="0" y="644651"/>
                </a:lnTo>
                <a:lnTo>
                  <a:pt x="0" y="0"/>
                </a:lnTo>
                <a:close/>
              </a:path>
            </a:pathLst>
          </a:custGeom>
          <a:solidFill>
            <a:srgbClr val="99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173223" y="2148077"/>
            <a:ext cx="7428230" cy="1603003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6200" dirty="0">
              <a:latin typeface="Times New Roman"/>
              <a:cs typeface="Times New Roman"/>
            </a:endParaRPr>
          </a:p>
          <a:p>
            <a:pPr marL="1347470">
              <a:lnSpc>
                <a:spcPct val="100000"/>
              </a:lnSpc>
            </a:pPr>
            <a:r>
              <a:rPr lang="en-US" sz="4200" b="1" spc="-5" dirty="0">
                <a:solidFill>
                  <a:srgbClr val="FFFFFF"/>
                </a:solidFill>
                <a:latin typeface="Arial"/>
                <a:cs typeface="Arial"/>
              </a:rPr>
              <a:t>Flip-Flop Applications</a:t>
            </a:r>
            <a:endParaRPr sz="4200" dirty="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966214" y="1185671"/>
            <a:ext cx="6198870" cy="567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en-US" sz="3600" b="1" spc="-5" dirty="0">
                <a:latin typeface="Arial"/>
                <a:cs typeface="Arial"/>
              </a:rPr>
              <a:t>Lecture 13</a:t>
            </a:r>
            <a:endParaRPr sz="36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4568" y="934973"/>
            <a:ext cx="4329432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pc="-10" dirty="0"/>
              <a:t>Frequency Division</a:t>
            </a:r>
            <a:endParaRPr spc="-1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BB3DA9-7EB4-39F8-D4C4-AEBA0191AE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7026" y="4125728"/>
            <a:ext cx="3597655" cy="27602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08BD62-8E23-BF23-EFC3-03358D8A5C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4770888"/>
            <a:ext cx="5633308" cy="13344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3D1200F-66DC-FAD9-F3F2-2B4DE13428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785" y="1657849"/>
            <a:ext cx="9628215" cy="229900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9CD7F8-51FD-C96C-87D9-17171CAE2B8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lang="en-US" smtClean="0"/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8F63E-33CB-4C6B-9894-18B314001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0EFBF2A-009C-789D-B75F-4F044309A3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4568" y="934973"/>
            <a:ext cx="4329432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pc="-10" dirty="0"/>
              <a:t>Frequency Division</a:t>
            </a:r>
            <a:endParaRPr spc="-10" dirty="0"/>
          </a:p>
        </p:txBody>
      </p:sp>
      <p:pic>
        <p:nvPicPr>
          <p:cNvPr id="1026" name="Picture 2" descr="Solved (b) Figure Q4b shows an example of two J-K flip-flops ...">
            <a:extLst>
              <a:ext uri="{FF2B5EF4-FFF2-40B4-BE49-F238E27FC236}">
                <a16:creationId xmlns:a16="http://schemas.microsoft.com/office/drawing/2014/main" id="{9FAA8004-8843-EEF7-E474-A59DF15CFC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12" t="20937" r="23881" b="19407"/>
          <a:stretch>
            <a:fillRect/>
          </a:stretch>
        </p:blipFill>
        <p:spPr bwMode="auto">
          <a:xfrm>
            <a:off x="2209800" y="2209800"/>
            <a:ext cx="4986215" cy="335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4E82EDA-84AB-8FBC-AB60-8EBCD7C3EC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832"/>
          <a:stretch>
            <a:fillRect/>
          </a:stretch>
        </p:blipFill>
        <p:spPr>
          <a:xfrm>
            <a:off x="2209800" y="5715000"/>
            <a:ext cx="4986215" cy="184007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43F977-9D8C-A2D2-DEA9-E38E83CC515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7094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56DB4-C255-8CA5-E1D2-8C5D588D8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9FECB29-CD8B-4EC3-9C86-B30B996CA7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4568" y="934973"/>
            <a:ext cx="4329432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pc="-10" dirty="0"/>
              <a:t>Frequency Division</a:t>
            </a:r>
            <a:endParaRPr spc="-10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FF5D2C0A-F558-D1AD-8A78-F0259C95679C}"/>
              </a:ext>
            </a:extLst>
          </p:cNvPr>
          <p:cNvSpPr txBox="1"/>
          <p:nvPr/>
        </p:nvSpPr>
        <p:spPr>
          <a:xfrm>
            <a:off x="9278366" y="6919368"/>
            <a:ext cx="110489" cy="205104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1000" b="1" dirty="0">
                <a:latin typeface="Arial Black"/>
                <a:cs typeface="Arial Black"/>
              </a:rPr>
              <a:t>2</a:t>
            </a:r>
            <a:endParaRPr sz="1000">
              <a:latin typeface="Arial Black"/>
              <a:cs typeface="Arial Black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036649-231B-458B-0618-7FBF17697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4784" y="4914071"/>
            <a:ext cx="7330832" cy="2575697"/>
          </a:xfrm>
          <a:prstGeom prst="rect">
            <a:avLst/>
          </a:prstGeom>
        </p:spPr>
      </p:pic>
      <p:pic>
        <p:nvPicPr>
          <p:cNvPr id="2052" name="Picture 4" descr="Counters | CircuitVerse">
            <a:extLst>
              <a:ext uri="{FF2B5EF4-FFF2-40B4-BE49-F238E27FC236}">
                <a16:creationId xmlns:a16="http://schemas.microsoft.com/office/drawing/2014/main" id="{DD382EE1-FA00-147A-9722-226F2CFC631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26" b="47893"/>
          <a:stretch>
            <a:fillRect/>
          </a:stretch>
        </p:blipFill>
        <p:spPr bwMode="auto">
          <a:xfrm>
            <a:off x="8681" y="1752600"/>
            <a:ext cx="10058400" cy="297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9774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AC422-A48A-E376-C0BB-21715DBB0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F39B716-2791-A05E-A136-84DF18925B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4568" y="934973"/>
            <a:ext cx="7148832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pc="-10" dirty="0"/>
              <a:t>Asynchronous Counters</a:t>
            </a:r>
            <a:endParaRPr spc="-10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E9FD3E03-7FF4-2D5A-5ECA-60C0D1F60282}"/>
              </a:ext>
            </a:extLst>
          </p:cNvPr>
          <p:cNvSpPr txBox="1"/>
          <p:nvPr/>
        </p:nvSpPr>
        <p:spPr>
          <a:xfrm>
            <a:off x="9278366" y="6919368"/>
            <a:ext cx="110489" cy="205104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1000" b="1" dirty="0">
                <a:latin typeface="Arial Black"/>
                <a:cs typeface="Arial Black"/>
              </a:rPr>
              <a:t>2</a:t>
            </a:r>
            <a:endParaRPr sz="1000">
              <a:latin typeface="Arial Black"/>
              <a:cs typeface="Arial Black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F86A62-2CC0-BEB7-1319-05AE16409B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201" y="1523695"/>
            <a:ext cx="9520958" cy="33186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17131D2-B19E-8747-97E4-B91DFB5583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9355"/>
          <a:stretch>
            <a:fillRect/>
          </a:stretch>
        </p:blipFill>
        <p:spPr>
          <a:xfrm>
            <a:off x="838200" y="4696021"/>
            <a:ext cx="7620000" cy="9427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8F038E-9F6D-CA6B-8539-D973F7F97D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6819" r="92000"/>
          <a:stretch>
            <a:fillRect/>
          </a:stretch>
        </p:blipFill>
        <p:spPr>
          <a:xfrm>
            <a:off x="838200" y="5486399"/>
            <a:ext cx="609600" cy="2251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0595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38D4C5F-E415-A31B-7E49-92D933069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C90A7EF-9C0A-278C-28F4-5C3ED1D105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4568" y="934973"/>
            <a:ext cx="7148832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pc="-10" dirty="0"/>
              <a:t>Asynchronous Counters</a:t>
            </a:r>
            <a:endParaRPr spc="-10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386AC6A5-FECE-14B9-2342-687763714E96}"/>
              </a:ext>
            </a:extLst>
          </p:cNvPr>
          <p:cNvSpPr txBox="1"/>
          <p:nvPr/>
        </p:nvSpPr>
        <p:spPr>
          <a:xfrm>
            <a:off x="9278366" y="6919368"/>
            <a:ext cx="110489" cy="205104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1000" b="1" dirty="0">
                <a:latin typeface="Arial Black"/>
                <a:cs typeface="Arial Black"/>
              </a:rPr>
              <a:t>2</a:t>
            </a:r>
            <a:endParaRPr sz="1000">
              <a:latin typeface="Arial Black"/>
              <a:cs typeface="Arial Black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E96355-A3C3-66F6-BC62-04D959FFE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201" y="1523695"/>
            <a:ext cx="9520958" cy="33186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B9F9C88-F6E0-C9ED-B2AB-860435C916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696021"/>
            <a:ext cx="7620000" cy="3076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751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0600" y="3611880"/>
            <a:ext cx="7795895" cy="548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en-US" spc="-5" dirty="0"/>
              <a:t>Thanks</a:t>
            </a:r>
            <a:endParaRPr spc="-1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dirty="0"/>
              <a:t>7</a:t>
            </a:fld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</TotalTime>
  <Words>21</Words>
  <Application>Microsoft Office PowerPoint</Application>
  <PresentationFormat>Custom</PresentationFormat>
  <Paragraphs>15</Paragraphs>
  <Slides>7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Arial Black</vt:lpstr>
      <vt:lpstr>Calibri</vt:lpstr>
      <vt:lpstr>Times New Roman</vt:lpstr>
      <vt:lpstr>Office Theme</vt:lpstr>
      <vt:lpstr>PowerPoint Presentation</vt:lpstr>
      <vt:lpstr>Frequency Division</vt:lpstr>
      <vt:lpstr>Frequency Division</vt:lpstr>
      <vt:lpstr>Frequency Division</vt:lpstr>
      <vt:lpstr>Asynchronous Counters</vt:lpstr>
      <vt:lpstr>Asynchronous Counters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registers_and_counters.ppt</dc:title>
  <dc:creator>karray</dc:creator>
  <cp:lastModifiedBy>Syed Zulqadar Hassan</cp:lastModifiedBy>
  <cp:revision>1</cp:revision>
  <dcterms:created xsi:type="dcterms:W3CDTF">2019-05-05T23:43:15Z</dcterms:created>
  <dcterms:modified xsi:type="dcterms:W3CDTF">2025-06-01T19:37:58Z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2008-02-26T00:00:00Z</vt:filetime>
  </property>
  <property fmtid="{D5CDD505-2E9C-101B-9397-08002B2CF9AE}" pid="3" name="Creator">
    <vt:lpwstr>PScript5.dll Version 5.2.2</vt:lpwstr>
  </property>
  <property fmtid="{D5CDD505-2E9C-101B-9397-08002B2CF9AE}" pid="4" name="LastSaved">
    <vt:filetime>2019-05-05T00:00:00Z</vt:filetime>
  </property>
</Properties>
</file>